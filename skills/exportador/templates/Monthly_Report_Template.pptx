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heme/themeOverride1.xml" ContentType="application/vnd.openxmlformats-officedocument.themeOverr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>
  <p:sldMasterIdLst>
    <p:sldMasterId id="2147483648" r:id="rId1"/>
  </p:sldMasterIdLst>
  <p:notesMasterIdLst>
    <p:notesMasterId r:id="rId27"/>
  </p:notesMasterIdLst>
  <p:handoutMasterIdLst>
    <p:handoutMasterId r:id="rId28"/>
  </p:handoutMasterIdLst>
  <p:sldIdLst>
    <p:sldId id="312" r:id="rId2"/>
    <p:sldId id="277" r:id="rId3"/>
    <p:sldId id="332" r:id="rId4"/>
    <p:sldId id="333" r:id="rId5"/>
    <p:sldId id="334" r:id="rId6"/>
    <p:sldId id="354" r:id="rId7"/>
    <p:sldId id="337" r:id="rId8"/>
    <p:sldId id="341" r:id="rId9"/>
    <p:sldId id="339" r:id="rId10"/>
    <p:sldId id="352" r:id="rId11"/>
    <p:sldId id="353" r:id="rId12"/>
    <p:sldId id="338" r:id="rId13"/>
    <p:sldId id="351" r:id="rId14"/>
    <p:sldId id="343" r:id="rId15"/>
    <p:sldId id="344" r:id="rId16"/>
    <p:sldId id="345" r:id="rId17"/>
    <p:sldId id="346" r:id="rId18"/>
    <p:sldId id="347" r:id="rId19"/>
    <p:sldId id="348" r:id="rId20"/>
    <p:sldId id="349" r:id="rId21"/>
    <p:sldId id="350" r:id="rId22"/>
    <p:sldId id="302" r:id="rId23"/>
    <p:sldId id="284" r:id="rId24"/>
    <p:sldId id="2147468375" r:id="rId25"/>
    <p:sldId id="336" r:id="rId26"/>
  </p:sldIdLst>
  <p:sldSz cx="12192000" cy="6858000"/>
  <p:notesSz cx="6858000" cy="9144000"/>
  <p:embeddedFontLst>
    <p:embeddedFont>
      <p:font typeface="Inter" panose="02000503000000020004" pitchFamily="2" charset="0"/>
      <p:regular r:id="rId29"/>
      <p:bold r:id="rId30"/>
    </p:embeddedFont>
    <p:embeddedFont>
      <p:font typeface="Inter Light" panose="02000503000000020004" pitchFamily="2" charset="0"/>
      <p:regular r:id="rId31"/>
    </p:embeddedFont>
    <p:embeddedFont>
      <p:font typeface="Inter SemiBold" panose="02000503000000020004" pitchFamily="2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structions" id="{83757430-50F8-A54B-919B-A1893C064E0D}">
          <p14:sldIdLst/>
        </p14:section>
        <p14:section name="Title Slides" id="{D3F186D6-FFA7-5D49-8506-D019222D40ED}">
          <p14:sldIdLst>
            <p14:sldId id="312"/>
          </p14:sldIdLst>
        </p14:section>
        <p14:section name="Content Slides" id="{F7EAC447-3431-0E40-824A-22DBB2663749}">
          <p14:sldIdLst>
            <p14:sldId id="277"/>
            <p14:sldId id="332"/>
            <p14:sldId id="333"/>
            <p14:sldId id="334"/>
            <p14:sldId id="354"/>
            <p14:sldId id="337"/>
            <p14:sldId id="341"/>
            <p14:sldId id="339"/>
            <p14:sldId id="352"/>
            <p14:sldId id="353"/>
            <p14:sldId id="338"/>
          </p14:sldIdLst>
        </p14:section>
        <p14:section name="Section Divider Slides" id="{0DA4165C-685C-0A4E-8F46-798F870F2542}">
          <p14:sldIdLst>
            <p14:sldId id="351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</p14:sldIdLst>
        </p14:section>
        <p14:section name="Specialty Slides" id="{9A1CE0ED-F177-9044-B277-67A6C13CA344}">
          <p14:sldIdLst>
            <p14:sldId id="302"/>
          </p14:sldIdLst>
        </p14:section>
        <p14:section name="Backup Slides" id="{07AE598B-5BB8-CF45-B575-76629A56854A}">
          <p14:sldIdLst>
            <p14:sldId id="284"/>
            <p14:sldId id="2147468375"/>
            <p14:sldId id="33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E14C63D-1603-48BA-9E89-CFE558636BEC}" name="Sontenam, Murali" initials="SM" userId="S::murali.sontenam@teradata.com::1abac19d-1219-44a6-a55c-98109a44745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86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A5C58BD-5C80-443C-A043-6AFD746FC237}" v="19" dt="2024-03-28T11:59:14.7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523" autoAdjust="0"/>
    <p:restoredTop sz="82916" autoAdjust="0"/>
  </p:normalViewPr>
  <p:slideViewPr>
    <p:cSldViewPr snapToGrid="0">
      <p:cViewPr varScale="1">
        <p:scale>
          <a:sx n="83" d="100"/>
          <a:sy n="83" d="100"/>
        </p:scale>
        <p:origin x="559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76" d="100"/>
          <a:sy n="76" d="100"/>
        </p:scale>
        <p:origin x="2918" y="2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5.fntdata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37" Type="http://schemas.openxmlformats.org/officeDocument/2006/relationships/tableStyles" Target="tableStyles.xml"/><Relationship Id="rId40" Type="http://schemas.microsoft.com/office/2018/10/relationships/authors" Target="author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2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pta, Vinod" userId="61eddb95-0c75-4cfe-bc35-f6a8248cf072" providerId="ADAL" clId="{7A5C58BD-5C80-443C-A043-6AFD746FC237}"/>
    <pc:docChg chg="undo custSel addSld delSld modSld modSection">
      <pc:chgData name="Gupta, Vinod" userId="61eddb95-0c75-4cfe-bc35-f6a8248cf072" providerId="ADAL" clId="{7A5C58BD-5C80-443C-A043-6AFD746FC237}" dt="2024-04-02T07:32:21.745" v="79" actId="1076"/>
      <pc:docMkLst>
        <pc:docMk/>
      </pc:docMkLst>
      <pc:sldChg chg="addSp modSp">
        <pc:chgData name="Gupta, Vinod" userId="61eddb95-0c75-4cfe-bc35-f6a8248cf072" providerId="ADAL" clId="{7A5C58BD-5C80-443C-A043-6AFD746FC237}" dt="2024-03-28T11:45:27.036" v="2"/>
        <pc:sldMkLst>
          <pc:docMk/>
          <pc:sldMk cId="2579887497" sldId="277"/>
        </pc:sldMkLst>
        <pc:spChg chg="add mod">
          <ac:chgData name="Gupta, Vinod" userId="61eddb95-0c75-4cfe-bc35-f6a8248cf072" providerId="ADAL" clId="{7A5C58BD-5C80-443C-A043-6AFD746FC237}" dt="2024-03-28T11:45:27.036" v="2"/>
          <ac:spMkLst>
            <pc:docMk/>
            <pc:sldMk cId="2579887497" sldId="277"/>
            <ac:spMk id="2" creationId="{26451278-9F06-D00D-C431-7293B452CE8B}"/>
          </ac:spMkLst>
        </pc:spChg>
      </pc:sldChg>
      <pc:sldChg chg="modSp mod">
        <pc:chgData name="Gupta, Vinod" userId="61eddb95-0c75-4cfe-bc35-f6a8248cf072" providerId="ADAL" clId="{7A5C58BD-5C80-443C-A043-6AFD746FC237}" dt="2024-03-28T11:57:21.480" v="60" actId="20577"/>
        <pc:sldMkLst>
          <pc:docMk/>
          <pc:sldMk cId="3514927063" sldId="312"/>
        </pc:sldMkLst>
        <pc:spChg chg="mod">
          <ac:chgData name="Gupta, Vinod" userId="61eddb95-0c75-4cfe-bc35-f6a8248cf072" providerId="ADAL" clId="{7A5C58BD-5C80-443C-A043-6AFD746FC237}" dt="2024-03-28T11:45:12.833" v="1" actId="108"/>
          <ac:spMkLst>
            <pc:docMk/>
            <pc:sldMk cId="3514927063" sldId="312"/>
            <ac:spMk id="3" creationId="{9DD7F3CE-5B5C-C544-9F6C-2C45FFC5F57C}"/>
          </ac:spMkLst>
        </pc:spChg>
        <pc:spChg chg="mod">
          <ac:chgData name="Gupta, Vinod" userId="61eddb95-0c75-4cfe-bc35-f6a8248cf072" providerId="ADAL" clId="{7A5C58BD-5C80-443C-A043-6AFD746FC237}" dt="2024-03-28T11:57:21.480" v="60" actId="20577"/>
          <ac:spMkLst>
            <pc:docMk/>
            <pc:sldMk cId="3514927063" sldId="312"/>
            <ac:spMk id="16" creationId="{B86B3275-7F97-B24E-89D0-F9189753E7DB}"/>
          </ac:spMkLst>
        </pc:spChg>
      </pc:sldChg>
      <pc:sldChg chg="addSp modSp mod">
        <pc:chgData name="Gupta, Vinod" userId="61eddb95-0c75-4cfe-bc35-f6a8248cf072" providerId="ADAL" clId="{7A5C58BD-5C80-443C-A043-6AFD746FC237}" dt="2024-03-28T11:45:51.722" v="4" actId="1076"/>
        <pc:sldMkLst>
          <pc:docMk/>
          <pc:sldMk cId="1540857023" sldId="332"/>
        </pc:sldMkLst>
        <pc:spChg chg="add mod">
          <ac:chgData name="Gupta, Vinod" userId="61eddb95-0c75-4cfe-bc35-f6a8248cf072" providerId="ADAL" clId="{7A5C58BD-5C80-443C-A043-6AFD746FC237}" dt="2024-03-28T11:45:51.722" v="4" actId="1076"/>
          <ac:spMkLst>
            <pc:docMk/>
            <pc:sldMk cId="1540857023" sldId="332"/>
            <ac:spMk id="2" creationId="{EF8991EB-0505-2BF0-0594-12882A4B1A0A}"/>
          </ac:spMkLst>
        </pc:spChg>
      </pc:sldChg>
      <pc:sldChg chg="addSp modSp mod">
        <pc:chgData name="Gupta, Vinod" userId="61eddb95-0c75-4cfe-bc35-f6a8248cf072" providerId="ADAL" clId="{7A5C58BD-5C80-443C-A043-6AFD746FC237}" dt="2024-03-28T11:46:01.138" v="6" actId="1076"/>
        <pc:sldMkLst>
          <pc:docMk/>
          <pc:sldMk cId="2044894501" sldId="333"/>
        </pc:sldMkLst>
        <pc:spChg chg="add mod">
          <ac:chgData name="Gupta, Vinod" userId="61eddb95-0c75-4cfe-bc35-f6a8248cf072" providerId="ADAL" clId="{7A5C58BD-5C80-443C-A043-6AFD746FC237}" dt="2024-03-28T11:46:01.138" v="6" actId="1076"/>
          <ac:spMkLst>
            <pc:docMk/>
            <pc:sldMk cId="2044894501" sldId="333"/>
            <ac:spMk id="2" creationId="{6B5EF88E-4B4D-8D85-5B61-1EA8091E8C4F}"/>
          </ac:spMkLst>
        </pc:spChg>
      </pc:sldChg>
      <pc:sldChg chg="addSp modSp mod">
        <pc:chgData name="Gupta, Vinod" userId="61eddb95-0c75-4cfe-bc35-f6a8248cf072" providerId="ADAL" clId="{7A5C58BD-5C80-443C-A043-6AFD746FC237}" dt="2024-03-28T11:46:21.160" v="8" actId="1076"/>
        <pc:sldMkLst>
          <pc:docMk/>
          <pc:sldMk cId="699357621" sldId="334"/>
        </pc:sldMkLst>
        <pc:spChg chg="add mod">
          <ac:chgData name="Gupta, Vinod" userId="61eddb95-0c75-4cfe-bc35-f6a8248cf072" providerId="ADAL" clId="{7A5C58BD-5C80-443C-A043-6AFD746FC237}" dt="2024-03-28T11:46:21.160" v="8" actId="1076"/>
          <ac:spMkLst>
            <pc:docMk/>
            <pc:sldMk cId="699357621" sldId="334"/>
            <ac:spMk id="2" creationId="{EA88030C-B121-6037-F3C1-F5FA81C024F2}"/>
          </ac:spMkLst>
        </pc:spChg>
      </pc:sldChg>
      <pc:sldChg chg="del">
        <pc:chgData name="Gupta, Vinod" userId="61eddb95-0c75-4cfe-bc35-f6a8248cf072" providerId="ADAL" clId="{7A5C58BD-5C80-443C-A043-6AFD746FC237}" dt="2024-03-28T11:56:32.978" v="54" actId="47"/>
        <pc:sldMkLst>
          <pc:docMk/>
          <pc:sldMk cId="4234281761" sldId="335"/>
        </pc:sldMkLst>
      </pc:sldChg>
      <pc:sldChg chg="modSp mod">
        <pc:chgData name="Gupta, Vinod" userId="61eddb95-0c75-4cfe-bc35-f6a8248cf072" providerId="ADAL" clId="{7A5C58BD-5C80-443C-A043-6AFD746FC237}" dt="2024-03-28T11:56:44.012" v="55" actId="20577"/>
        <pc:sldMkLst>
          <pc:docMk/>
          <pc:sldMk cId="2119119525" sldId="336"/>
        </pc:sldMkLst>
        <pc:spChg chg="mod">
          <ac:chgData name="Gupta, Vinod" userId="61eddb95-0c75-4cfe-bc35-f6a8248cf072" providerId="ADAL" clId="{7A5C58BD-5C80-443C-A043-6AFD746FC237}" dt="2024-03-28T11:56:44.012" v="55" actId="20577"/>
          <ac:spMkLst>
            <pc:docMk/>
            <pc:sldMk cId="2119119525" sldId="336"/>
            <ac:spMk id="42" creationId="{270C91EC-9296-EE67-6FA0-FE8D7CBD9B3F}"/>
          </ac:spMkLst>
        </pc:spChg>
      </pc:sldChg>
      <pc:sldChg chg="modSp mod">
        <pc:chgData name="Gupta, Vinod" userId="61eddb95-0c75-4cfe-bc35-f6a8248cf072" providerId="ADAL" clId="{7A5C58BD-5C80-443C-A043-6AFD746FC237}" dt="2024-03-28T11:47:52.114" v="15" actId="20577"/>
        <pc:sldMkLst>
          <pc:docMk/>
          <pc:sldMk cId="38623492" sldId="337"/>
        </pc:sldMkLst>
        <pc:graphicFrameChg chg="modGraphic">
          <ac:chgData name="Gupta, Vinod" userId="61eddb95-0c75-4cfe-bc35-f6a8248cf072" providerId="ADAL" clId="{7A5C58BD-5C80-443C-A043-6AFD746FC237}" dt="2024-03-28T11:47:52.114" v="15" actId="20577"/>
          <ac:graphicFrameMkLst>
            <pc:docMk/>
            <pc:sldMk cId="38623492" sldId="337"/>
            <ac:graphicFrameMk id="7" creationId="{7BB42A82-04DD-0A53-613C-3D39C78C9C78}"/>
          </ac:graphicFrameMkLst>
        </pc:graphicFrameChg>
      </pc:sldChg>
      <pc:sldChg chg="delSp mod">
        <pc:chgData name="Gupta, Vinod" userId="61eddb95-0c75-4cfe-bc35-f6a8248cf072" providerId="ADAL" clId="{7A5C58BD-5C80-443C-A043-6AFD746FC237}" dt="2024-03-28T13:09:10.513" v="64" actId="478"/>
        <pc:sldMkLst>
          <pc:docMk/>
          <pc:sldMk cId="3291316796" sldId="338"/>
        </pc:sldMkLst>
        <pc:spChg chg="del">
          <ac:chgData name="Gupta, Vinod" userId="61eddb95-0c75-4cfe-bc35-f6a8248cf072" providerId="ADAL" clId="{7A5C58BD-5C80-443C-A043-6AFD746FC237}" dt="2024-03-28T13:09:10.513" v="64" actId="478"/>
          <ac:spMkLst>
            <pc:docMk/>
            <pc:sldMk cId="3291316796" sldId="338"/>
            <ac:spMk id="6" creationId="{6123D185-C271-4F64-91AC-EE4E4765B043}"/>
          </ac:spMkLst>
        </pc:spChg>
      </pc:sldChg>
      <pc:sldChg chg="addSp delSp modSp mod">
        <pc:chgData name="Gupta, Vinod" userId="61eddb95-0c75-4cfe-bc35-f6a8248cf072" providerId="ADAL" clId="{7A5C58BD-5C80-443C-A043-6AFD746FC237}" dt="2024-03-28T11:48:30.727" v="19" actId="1076"/>
        <pc:sldMkLst>
          <pc:docMk/>
          <pc:sldMk cId="2020951132" sldId="339"/>
        </pc:sldMkLst>
        <pc:spChg chg="add mod">
          <ac:chgData name="Gupta, Vinod" userId="61eddb95-0c75-4cfe-bc35-f6a8248cf072" providerId="ADAL" clId="{7A5C58BD-5C80-443C-A043-6AFD746FC237}" dt="2024-03-28T11:48:30.727" v="19" actId="1076"/>
          <ac:spMkLst>
            <pc:docMk/>
            <pc:sldMk cId="2020951132" sldId="339"/>
            <ac:spMk id="2" creationId="{10FBC449-0FCE-358F-DB53-98D93EDF2C43}"/>
          </ac:spMkLst>
        </pc:spChg>
        <pc:spChg chg="del mod">
          <ac:chgData name="Gupta, Vinod" userId="61eddb95-0c75-4cfe-bc35-f6a8248cf072" providerId="ADAL" clId="{7A5C58BD-5C80-443C-A043-6AFD746FC237}" dt="2024-03-28T11:48:22.512" v="17" actId="21"/>
          <ac:spMkLst>
            <pc:docMk/>
            <pc:sldMk cId="2020951132" sldId="339"/>
            <ac:spMk id="20" creationId="{3CC61BF9-169C-A479-C898-D8938124190D}"/>
          </ac:spMkLst>
        </pc:spChg>
      </pc:sldChg>
      <pc:sldChg chg="modSp mod">
        <pc:chgData name="Gupta, Vinod" userId="61eddb95-0c75-4cfe-bc35-f6a8248cf072" providerId="ADAL" clId="{7A5C58BD-5C80-443C-A043-6AFD746FC237}" dt="2024-04-02T07:32:21.745" v="79" actId="1076"/>
        <pc:sldMkLst>
          <pc:docMk/>
          <pc:sldMk cId="29453192" sldId="345"/>
        </pc:sldMkLst>
        <pc:spChg chg="mod">
          <ac:chgData name="Gupta, Vinod" userId="61eddb95-0c75-4cfe-bc35-f6a8248cf072" providerId="ADAL" clId="{7A5C58BD-5C80-443C-A043-6AFD746FC237}" dt="2024-04-02T07:32:21.745" v="79" actId="1076"/>
          <ac:spMkLst>
            <pc:docMk/>
            <pc:sldMk cId="29453192" sldId="345"/>
            <ac:spMk id="6" creationId="{D91CD417-C005-4497-3173-0DB8A719A926}"/>
          </ac:spMkLst>
        </pc:spChg>
      </pc:sldChg>
      <pc:sldChg chg="addSp delSp modSp mod">
        <pc:chgData name="Gupta, Vinod" userId="61eddb95-0c75-4cfe-bc35-f6a8248cf072" providerId="ADAL" clId="{7A5C58BD-5C80-443C-A043-6AFD746FC237}" dt="2024-03-28T11:53:20.776" v="52" actId="1076"/>
        <pc:sldMkLst>
          <pc:docMk/>
          <pc:sldMk cId="1714426077" sldId="351"/>
        </pc:sldMkLst>
        <pc:spChg chg="add mod">
          <ac:chgData name="Gupta, Vinod" userId="61eddb95-0c75-4cfe-bc35-f6a8248cf072" providerId="ADAL" clId="{7A5C58BD-5C80-443C-A043-6AFD746FC237}" dt="2024-03-28T11:53:01.252" v="47" actId="1076"/>
          <ac:spMkLst>
            <pc:docMk/>
            <pc:sldMk cId="1714426077" sldId="351"/>
            <ac:spMk id="2" creationId="{291757DB-8D00-25DC-69C4-B2418B167F9F}"/>
          </ac:spMkLst>
        </pc:spChg>
        <pc:spChg chg="add del mod">
          <ac:chgData name="Gupta, Vinod" userId="61eddb95-0c75-4cfe-bc35-f6a8248cf072" providerId="ADAL" clId="{7A5C58BD-5C80-443C-A043-6AFD746FC237}" dt="2024-03-28T11:53:07.477" v="49"/>
          <ac:spMkLst>
            <pc:docMk/>
            <pc:sldMk cId="1714426077" sldId="351"/>
            <ac:spMk id="4" creationId="{3BCE553F-9C60-5344-B545-AD8380CCF16E}"/>
          </ac:spMkLst>
        </pc:spChg>
        <pc:spChg chg="add mod">
          <ac:chgData name="Gupta, Vinod" userId="61eddb95-0c75-4cfe-bc35-f6a8248cf072" providerId="ADAL" clId="{7A5C58BD-5C80-443C-A043-6AFD746FC237}" dt="2024-03-28T11:53:20.776" v="52" actId="1076"/>
          <ac:spMkLst>
            <pc:docMk/>
            <pc:sldMk cId="1714426077" sldId="351"/>
            <ac:spMk id="6" creationId="{41C47397-AF69-AA1E-B16C-4D31D5E59474}"/>
          </ac:spMkLst>
        </pc:spChg>
      </pc:sldChg>
      <pc:sldChg chg="modSp mod">
        <pc:chgData name="Gupta, Vinod" userId="61eddb95-0c75-4cfe-bc35-f6a8248cf072" providerId="ADAL" clId="{7A5C58BD-5C80-443C-A043-6AFD746FC237}" dt="2024-03-28T11:49:55.404" v="21" actId="20577"/>
        <pc:sldMkLst>
          <pc:docMk/>
          <pc:sldMk cId="2270573794" sldId="352"/>
        </pc:sldMkLst>
        <pc:spChg chg="mod">
          <ac:chgData name="Gupta, Vinod" userId="61eddb95-0c75-4cfe-bc35-f6a8248cf072" providerId="ADAL" clId="{7A5C58BD-5C80-443C-A043-6AFD746FC237}" dt="2024-03-28T11:49:55.404" v="21" actId="20577"/>
          <ac:spMkLst>
            <pc:docMk/>
            <pc:sldMk cId="2270573794" sldId="352"/>
            <ac:spMk id="5" creationId="{A00954CE-A544-767D-C288-AD31BC56020B}"/>
          </ac:spMkLst>
        </pc:spChg>
      </pc:sldChg>
      <pc:sldChg chg="modSp mod">
        <pc:chgData name="Gupta, Vinod" userId="61eddb95-0c75-4cfe-bc35-f6a8248cf072" providerId="ADAL" clId="{7A5C58BD-5C80-443C-A043-6AFD746FC237}" dt="2024-03-29T11:04:28.560" v="67" actId="207"/>
        <pc:sldMkLst>
          <pc:docMk/>
          <pc:sldMk cId="2571483286" sldId="353"/>
        </pc:sldMkLst>
        <pc:spChg chg="mod">
          <ac:chgData name="Gupta, Vinod" userId="61eddb95-0c75-4cfe-bc35-f6a8248cf072" providerId="ADAL" clId="{7A5C58BD-5C80-443C-A043-6AFD746FC237}" dt="2024-03-28T11:50:22.244" v="23" actId="108"/>
          <ac:spMkLst>
            <pc:docMk/>
            <pc:sldMk cId="2571483286" sldId="353"/>
            <ac:spMk id="5" creationId="{8B1C6729-F080-5B7C-8706-11F5369C465F}"/>
          </ac:spMkLst>
        </pc:spChg>
        <pc:spChg chg="mod">
          <ac:chgData name="Gupta, Vinod" userId="61eddb95-0c75-4cfe-bc35-f6a8248cf072" providerId="ADAL" clId="{7A5C58BD-5C80-443C-A043-6AFD746FC237}" dt="2024-03-29T11:04:28.560" v="67" actId="207"/>
          <ac:spMkLst>
            <pc:docMk/>
            <pc:sldMk cId="2571483286" sldId="353"/>
            <ac:spMk id="7" creationId="{DD274896-3B5D-CE87-93EE-B1426047134B}"/>
          </ac:spMkLst>
        </pc:spChg>
        <pc:graphicFrameChg chg="mod modGraphic">
          <ac:chgData name="Gupta, Vinod" userId="61eddb95-0c75-4cfe-bc35-f6a8248cf072" providerId="ADAL" clId="{7A5C58BD-5C80-443C-A043-6AFD746FC237}" dt="2024-03-28T11:59:16.220" v="63" actId="108"/>
          <ac:graphicFrameMkLst>
            <pc:docMk/>
            <pc:sldMk cId="2571483286" sldId="353"/>
            <ac:graphicFrameMk id="6" creationId="{563FCFCE-71B8-819C-628E-F70DA7C416CB}"/>
          </ac:graphicFrameMkLst>
        </pc:graphicFrameChg>
      </pc:sldChg>
      <pc:sldChg chg="modSp mod">
        <pc:chgData name="Gupta, Vinod" userId="61eddb95-0c75-4cfe-bc35-f6a8248cf072" providerId="ADAL" clId="{7A5C58BD-5C80-443C-A043-6AFD746FC237}" dt="2024-03-28T11:46:46.194" v="10" actId="108"/>
        <pc:sldMkLst>
          <pc:docMk/>
          <pc:sldMk cId="636386129" sldId="354"/>
        </pc:sldMkLst>
        <pc:spChg chg="mod">
          <ac:chgData name="Gupta, Vinod" userId="61eddb95-0c75-4cfe-bc35-f6a8248cf072" providerId="ADAL" clId="{7A5C58BD-5C80-443C-A043-6AFD746FC237}" dt="2024-03-28T11:46:46.194" v="10" actId="108"/>
          <ac:spMkLst>
            <pc:docMk/>
            <pc:sldMk cId="636386129" sldId="354"/>
            <ac:spMk id="10" creationId="{1D9AFC29-F52F-F447-8A50-B5BF9AAF2620}"/>
          </ac:spMkLst>
        </pc:spChg>
      </pc:sldChg>
      <pc:sldChg chg="add delCm">
        <pc:chgData name="Gupta, Vinod" userId="61eddb95-0c75-4cfe-bc35-f6a8248cf072" providerId="ADAL" clId="{7A5C58BD-5C80-443C-A043-6AFD746FC237}" dt="2024-03-29T07:02:59.614" v="65"/>
        <pc:sldMkLst>
          <pc:docMk/>
          <pc:sldMk cId="2571183173" sldId="2147468375"/>
        </pc:sldMkLst>
        <pc:extLst>
          <p:ext xmlns:p="http://schemas.openxmlformats.org/presentationml/2006/main" uri="{D6D511B9-2390-475A-947B-AFAB55BFBCF1}">
            <pc226:cmChg xmlns:pc226="http://schemas.microsoft.com/office/powerpoint/2022/06/main/command" chg="del">
              <pc226:chgData name="Gupta, Vinod" userId="61eddb95-0c75-4cfe-bc35-f6a8248cf072" providerId="ADAL" clId="{7A5C58BD-5C80-443C-A043-6AFD746FC237}" dt="2024-03-29T07:02:59.614" v="65"/>
              <pc2:cmMkLst xmlns:pc2="http://schemas.microsoft.com/office/powerpoint/2019/9/main/command">
                <pc:docMk/>
                <pc:sldMk cId="2571183173" sldId="2147468375"/>
                <pc2:cmMk id="{C0831A20-F7F4-4EAC-B003-8CDD18AF74F2}"/>
              </pc2:cmMkLst>
            </pc226:cmChg>
          </p:ext>
        </pc:extLst>
      </pc:sldChg>
    </pc:docChg>
  </pc:docChgLst>
  <pc:docChgLst>
    <pc:chgData name="Gupta, Vinod" userId="61eddb95-0c75-4cfe-bc35-f6a8248cf072" providerId="ADAL" clId="{5C90AC0E-219E-447F-A5B8-CEFC5AE1AD8E}"/>
    <pc:docChg chg="undo custSel addSld delSld modSld modSection">
      <pc:chgData name="Gupta, Vinod" userId="61eddb95-0c75-4cfe-bc35-f6a8248cf072" providerId="ADAL" clId="{5C90AC0E-219E-447F-A5B8-CEFC5AE1AD8E}" dt="2024-02-20T06:50:01.445" v="20"/>
      <pc:docMkLst>
        <pc:docMk/>
      </pc:docMkLst>
      <pc:sldChg chg="del">
        <pc:chgData name="Gupta, Vinod" userId="61eddb95-0c75-4cfe-bc35-f6a8248cf072" providerId="ADAL" clId="{5C90AC0E-219E-447F-A5B8-CEFC5AE1AD8E}" dt="2024-02-20T06:34:06.921" v="17" actId="2696"/>
        <pc:sldMkLst>
          <pc:docMk/>
          <pc:sldMk cId="3632230307" sldId="263"/>
        </pc:sldMkLst>
      </pc:sldChg>
      <pc:sldChg chg="del">
        <pc:chgData name="Gupta, Vinod" userId="61eddb95-0c75-4cfe-bc35-f6a8248cf072" providerId="ADAL" clId="{5C90AC0E-219E-447F-A5B8-CEFC5AE1AD8E}" dt="2024-02-20T06:20:32.278" v="11" actId="2696"/>
        <pc:sldMkLst>
          <pc:docMk/>
          <pc:sldMk cId="386407875" sldId="285"/>
        </pc:sldMkLst>
      </pc:sldChg>
      <pc:sldChg chg="del">
        <pc:chgData name="Gupta, Vinod" userId="61eddb95-0c75-4cfe-bc35-f6a8248cf072" providerId="ADAL" clId="{5C90AC0E-219E-447F-A5B8-CEFC5AE1AD8E}" dt="2024-02-20T06:35:51.183" v="19" actId="2696"/>
        <pc:sldMkLst>
          <pc:docMk/>
          <pc:sldMk cId="941972391" sldId="288"/>
        </pc:sldMkLst>
      </pc:sldChg>
      <pc:sldChg chg="add del">
        <pc:chgData name="Gupta, Vinod" userId="61eddb95-0c75-4cfe-bc35-f6a8248cf072" providerId="ADAL" clId="{5C90AC0E-219E-447F-A5B8-CEFC5AE1AD8E}" dt="2024-02-20T06:12:44.122" v="5"/>
        <pc:sldMkLst>
          <pc:docMk/>
          <pc:sldMk cId="38623492" sldId="337"/>
        </pc:sldMkLst>
      </pc:sldChg>
      <pc:sldChg chg="add del">
        <pc:chgData name="Gupta, Vinod" userId="61eddb95-0c75-4cfe-bc35-f6a8248cf072" providerId="ADAL" clId="{5C90AC0E-219E-447F-A5B8-CEFC5AE1AD8E}" dt="2024-02-20T06:31:03.830" v="14"/>
        <pc:sldMkLst>
          <pc:docMk/>
          <pc:sldMk cId="3291316796" sldId="338"/>
        </pc:sldMkLst>
      </pc:sldChg>
      <pc:sldChg chg="modSp mod">
        <pc:chgData name="Gupta, Vinod" userId="61eddb95-0c75-4cfe-bc35-f6a8248cf072" providerId="ADAL" clId="{5C90AC0E-219E-447F-A5B8-CEFC5AE1AD8E}" dt="2024-02-20T06:17:17.061" v="7" actId="255"/>
        <pc:sldMkLst>
          <pc:docMk/>
          <pc:sldMk cId="2020951132" sldId="339"/>
        </pc:sldMkLst>
        <pc:spChg chg="mod">
          <ac:chgData name="Gupta, Vinod" userId="61eddb95-0c75-4cfe-bc35-f6a8248cf072" providerId="ADAL" clId="{5C90AC0E-219E-447F-A5B8-CEFC5AE1AD8E}" dt="2024-02-20T06:17:17.061" v="7" actId="255"/>
          <ac:spMkLst>
            <pc:docMk/>
            <pc:sldMk cId="2020951132" sldId="339"/>
            <ac:spMk id="5" creationId="{FF7039B3-21B5-193F-A63A-0209E0B9B2A5}"/>
          </ac:spMkLst>
        </pc:spChg>
      </pc:sldChg>
      <pc:sldChg chg="del">
        <pc:chgData name="Gupta, Vinod" userId="61eddb95-0c75-4cfe-bc35-f6a8248cf072" providerId="ADAL" clId="{5C90AC0E-219E-447F-A5B8-CEFC5AE1AD8E}" dt="2024-02-20T06:19:27.941" v="10" actId="2696"/>
        <pc:sldMkLst>
          <pc:docMk/>
          <pc:sldMk cId="2863216729" sldId="340"/>
        </pc:sldMkLst>
      </pc:sldChg>
      <pc:sldChg chg="add del">
        <pc:chgData name="Gupta, Vinod" userId="61eddb95-0c75-4cfe-bc35-f6a8248cf072" providerId="ADAL" clId="{5C90AC0E-219E-447F-A5B8-CEFC5AE1AD8E}" dt="2024-02-20T06:50:01.445" v="20"/>
        <pc:sldMkLst>
          <pc:docMk/>
          <pc:sldMk cId="52433755" sldId="341"/>
        </pc:sldMkLst>
      </pc:sldChg>
      <pc:sldChg chg="del">
        <pc:chgData name="Gupta, Vinod" userId="61eddb95-0c75-4cfe-bc35-f6a8248cf072" providerId="ADAL" clId="{5C90AC0E-219E-447F-A5B8-CEFC5AE1AD8E}" dt="2024-02-20T06:30:37.731" v="12" actId="2696"/>
        <pc:sldMkLst>
          <pc:docMk/>
          <pc:sldMk cId="2003582681" sldId="342"/>
        </pc:sldMkLst>
      </pc:sldChg>
      <pc:sldChg chg="modSp mod">
        <pc:chgData name="Gupta, Vinod" userId="61eddb95-0c75-4cfe-bc35-f6a8248cf072" providerId="ADAL" clId="{5C90AC0E-219E-447F-A5B8-CEFC5AE1AD8E}" dt="2024-02-20T06:32:32.659" v="16" actId="255"/>
        <pc:sldMkLst>
          <pc:docMk/>
          <pc:sldMk cId="1714426077" sldId="351"/>
        </pc:sldMkLst>
        <pc:spChg chg="mod">
          <ac:chgData name="Gupta, Vinod" userId="61eddb95-0c75-4cfe-bc35-f6a8248cf072" providerId="ADAL" clId="{5C90AC0E-219E-447F-A5B8-CEFC5AE1AD8E}" dt="2024-02-20T06:32:32.659" v="16" actId="255"/>
          <ac:spMkLst>
            <pc:docMk/>
            <pc:sldMk cId="1714426077" sldId="351"/>
            <ac:spMk id="5" creationId="{D5A59386-3242-1072-685A-EDBA99319647}"/>
          </ac:spMkLst>
        </pc:spChg>
      </pc:sldChg>
      <pc:sldChg chg="add">
        <pc:chgData name="Gupta, Vinod" userId="61eddb95-0c75-4cfe-bc35-f6a8248cf072" providerId="ADAL" clId="{5C90AC0E-219E-447F-A5B8-CEFC5AE1AD8E}" dt="2024-02-20T06:18:55.855" v="8"/>
        <pc:sldMkLst>
          <pc:docMk/>
          <pc:sldMk cId="2270573794" sldId="352"/>
        </pc:sldMkLst>
      </pc:sldChg>
      <pc:sldChg chg="add">
        <pc:chgData name="Gupta, Vinod" userId="61eddb95-0c75-4cfe-bc35-f6a8248cf072" providerId="ADAL" clId="{5C90AC0E-219E-447F-A5B8-CEFC5AE1AD8E}" dt="2024-02-20T06:19:17.176" v="9"/>
        <pc:sldMkLst>
          <pc:docMk/>
          <pc:sldMk cId="2571483286" sldId="353"/>
        </pc:sldMkLst>
      </pc:sldChg>
      <pc:sldChg chg="add">
        <pc:chgData name="Gupta, Vinod" userId="61eddb95-0c75-4cfe-bc35-f6a8248cf072" providerId="ADAL" clId="{5C90AC0E-219E-447F-A5B8-CEFC5AE1AD8E}" dt="2024-02-20T06:35:40.091" v="18"/>
        <pc:sldMkLst>
          <pc:docMk/>
          <pc:sldMk cId="636386129" sldId="354"/>
        </pc:sldMkLst>
      </pc:sldChg>
    </pc:docChg>
  </pc:docChgLst>
  <pc:docChgLst>
    <pc:chgData name="Gupta, Vinod" userId="61eddb95-0c75-4cfe-bc35-f6a8248cf072" providerId="ADAL" clId="{46B132D1-A051-4784-ACD6-28C32AC40048}"/>
    <pc:docChg chg="undo custSel addSld delSld modSld sldOrd modSection">
      <pc:chgData name="Gupta, Vinod" userId="61eddb95-0c75-4cfe-bc35-f6a8248cf072" providerId="ADAL" clId="{46B132D1-A051-4784-ACD6-28C32AC40048}" dt="2023-10-16T11:18:03.860" v="755" actId="1076"/>
      <pc:docMkLst>
        <pc:docMk/>
      </pc:docMkLst>
      <pc:sldChg chg="del">
        <pc:chgData name="Gupta, Vinod" userId="61eddb95-0c75-4cfe-bc35-f6a8248cf072" providerId="ADAL" clId="{46B132D1-A051-4784-ACD6-28C32AC40048}" dt="2023-10-05T06:49:06.355" v="627" actId="47"/>
        <pc:sldMkLst>
          <pc:docMk/>
          <pc:sldMk cId="226883947" sldId="259"/>
        </pc:sldMkLst>
      </pc:sldChg>
      <pc:sldChg chg="del">
        <pc:chgData name="Gupta, Vinod" userId="61eddb95-0c75-4cfe-bc35-f6a8248cf072" providerId="ADAL" clId="{46B132D1-A051-4784-ACD6-28C32AC40048}" dt="2023-10-05T05:13:15.423" v="0" actId="47"/>
        <pc:sldMkLst>
          <pc:docMk/>
          <pc:sldMk cId="3225184974" sldId="265"/>
        </pc:sldMkLst>
      </pc:sldChg>
      <pc:sldChg chg="del">
        <pc:chgData name="Gupta, Vinod" userId="61eddb95-0c75-4cfe-bc35-f6a8248cf072" providerId="ADAL" clId="{46B132D1-A051-4784-ACD6-28C32AC40048}" dt="2023-10-05T05:13:16.046" v="1" actId="47"/>
        <pc:sldMkLst>
          <pc:docMk/>
          <pc:sldMk cId="571775876" sldId="266"/>
        </pc:sldMkLst>
      </pc:sldChg>
      <pc:sldChg chg="del">
        <pc:chgData name="Gupta, Vinod" userId="61eddb95-0c75-4cfe-bc35-f6a8248cf072" providerId="ADAL" clId="{46B132D1-A051-4784-ACD6-28C32AC40048}" dt="2023-10-05T05:13:16.525" v="2" actId="47"/>
        <pc:sldMkLst>
          <pc:docMk/>
          <pc:sldMk cId="1421911068" sldId="267"/>
        </pc:sldMkLst>
      </pc:sldChg>
      <pc:sldChg chg="del">
        <pc:chgData name="Gupta, Vinod" userId="61eddb95-0c75-4cfe-bc35-f6a8248cf072" providerId="ADAL" clId="{46B132D1-A051-4784-ACD6-28C32AC40048}" dt="2023-10-05T05:13:22.794" v="3" actId="47"/>
        <pc:sldMkLst>
          <pc:docMk/>
          <pc:sldMk cId="634184794" sldId="268"/>
        </pc:sldMkLst>
      </pc:sldChg>
      <pc:sldChg chg="del">
        <pc:chgData name="Gupta, Vinod" userId="61eddb95-0c75-4cfe-bc35-f6a8248cf072" providerId="ADAL" clId="{46B132D1-A051-4784-ACD6-28C32AC40048}" dt="2023-10-05T05:13:24.894" v="4" actId="47"/>
        <pc:sldMkLst>
          <pc:docMk/>
          <pc:sldMk cId="1352898857" sldId="269"/>
        </pc:sldMkLst>
      </pc:sldChg>
      <pc:sldChg chg="del">
        <pc:chgData name="Gupta, Vinod" userId="61eddb95-0c75-4cfe-bc35-f6a8248cf072" providerId="ADAL" clId="{46B132D1-A051-4784-ACD6-28C32AC40048}" dt="2023-10-05T05:13:27.838" v="6" actId="47"/>
        <pc:sldMkLst>
          <pc:docMk/>
          <pc:sldMk cId="2820791084" sldId="270"/>
        </pc:sldMkLst>
      </pc:sldChg>
      <pc:sldChg chg="del">
        <pc:chgData name="Gupta, Vinod" userId="61eddb95-0c75-4cfe-bc35-f6a8248cf072" providerId="ADAL" clId="{46B132D1-A051-4784-ACD6-28C32AC40048}" dt="2023-10-05T05:21:01.186" v="28" actId="47"/>
        <pc:sldMkLst>
          <pc:docMk/>
          <pc:sldMk cId="2676115602" sldId="271"/>
        </pc:sldMkLst>
      </pc:sldChg>
      <pc:sldChg chg="modSp del mod">
        <pc:chgData name="Gupta, Vinod" userId="61eddb95-0c75-4cfe-bc35-f6a8248cf072" providerId="ADAL" clId="{46B132D1-A051-4784-ACD6-28C32AC40048}" dt="2023-10-05T05:21:34.321" v="33" actId="47"/>
        <pc:sldMkLst>
          <pc:docMk/>
          <pc:sldMk cId="250424113" sldId="272"/>
        </pc:sldMkLst>
        <pc:spChg chg="mod">
          <ac:chgData name="Gupta, Vinod" userId="61eddb95-0c75-4cfe-bc35-f6a8248cf072" providerId="ADAL" clId="{46B132D1-A051-4784-ACD6-28C32AC40048}" dt="2023-10-05T05:21:31.531" v="32" actId="6549"/>
          <ac:spMkLst>
            <pc:docMk/>
            <pc:sldMk cId="250424113" sldId="272"/>
            <ac:spMk id="4" creationId="{68457534-D2E9-6F46-89BD-40A2F55CAD9F}"/>
          </ac:spMkLst>
        </pc:spChg>
      </pc:sldChg>
      <pc:sldChg chg="del">
        <pc:chgData name="Gupta, Vinod" userId="61eddb95-0c75-4cfe-bc35-f6a8248cf072" providerId="ADAL" clId="{46B132D1-A051-4784-ACD6-28C32AC40048}" dt="2023-10-05T05:21:47.224" v="35" actId="47"/>
        <pc:sldMkLst>
          <pc:docMk/>
          <pc:sldMk cId="2967920554" sldId="275"/>
        </pc:sldMkLst>
      </pc:sldChg>
      <pc:sldChg chg="delSp modSp mod">
        <pc:chgData name="Gupta, Vinod" userId="61eddb95-0c75-4cfe-bc35-f6a8248cf072" providerId="ADAL" clId="{46B132D1-A051-4784-ACD6-28C32AC40048}" dt="2023-10-05T05:23:37.387" v="54" actId="14100"/>
        <pc:sldMkLst>
          <pc:docMk/>
          <pc:sldMk cId="2579887497" sldId="277"/>
        </pc:sldMkLst>
        <pc:spChg chg="del">
          <ac:chgData name="Gupta, Vinod" userId="61eddb95-0c75-4cfe-bc35-f6a8248cf072" providerId="ADAL" clId="{46B132D1-A051-4784-ACD6-28C32AC40048}" dt="2023-10-05T05:22:28.488" v="43" actId="21"/>
          <ac:spMkLst>
            <pc:docMk/>
            <pc:sldMk cId="2579887497" sldId="277"/>
            <ac:spMk id="2" creationId="{0A72A6DF-A8D4-3347-984C-10E6509EFE85}"/>
          </ac:spMkLst>
        </pc:spChg>
        <pc:spChg chg="del">
          <ac:chgData name="Gupta, Vinod" userId="61eddb95-0c75-4cfe-bc35-f6a8248cf072" providerId="ADAL" clId="{46B132D1-A051-4784-ACD6-28C32AC40048}" dt="2023-10-05T05:21:52.472" v="36" actId="21"/>
          <ac:spMkLst>
            <pc:docMk/>
            <pc:sldMk cId="2579887497" sldId="277"/>
            <ac:spMk id="4" creationId="{5837DF2D-55B6-1142-8A91-E02FEF37624A}"/>
          </ac:spMkLst>
        </pc:spChg>
        <pc:spChg chg="mod">
          <ac:chgData name="Gupta, Vinod" userId="61eddb95-0c75-4cfe-bc35-f6a8248cf072" providerId="ADAL" clId="{46B132D1-A051-4784-ACD6-28C32AC40048}" dt="2023-10-05T05:23:37.387" v="54" actId="14100"/>
          <ac:spMkLst>
            <pc:docMk/>
            <pc:sldMk cId="2579887497" sldId="277"/>
            <ac:spMk id="5" creationId="{18CF95B5-160E-DD4F-84F0-CBC28C84647E}"/>
          </ac:spMkLst>
        </pc:spChg>
        <pc:spChg chg="mod">
          <ac:chgData name="Gupta, Vinod" userId="61eddb95-0c75-4cfe-bc35-f6a8248cf072" providerId="ADAL" clId="{46B132D1-A051-4784-ACD6-28C32AC40048}" dt="2023-10-05T05:23:28.451" v="53" actId="33524"/>
          <ac:spMkLst>
            <pc:docMk/>
            <pc:sldMk cId="2579887497" sldId="277"/>
            <ac:spMk id="6" creationId="{2BF296AB-11DD-EA4C-8C72-886E6C0D116A}"/>
          </ac:spMkLst>
        </pc:spChg>
      </pc:sldChg>
      <pc:sldChg chg="modSp del mod">
        <pc:chgData name="Gupta, Vinod" userId="61eddb95-0c75-4cfe-bc35-f6a8248cf072" providerId="ADAL" clId="{46B132D1-A051-4784-ACD6-28C32AC40048}" dt="2023-10-05T05:41:46.356" v="150" actId="47"/>
        <pc:sldMkLst>
          <pc:docMk/>
          <pc:sldMk cId="3429822040" sldId="278"/>
        </pc:sldMkLst>
        <pc:spChg chg="mod">
          <ac:chgData name="Gupta, Vinod" userId="61eddb95-0c75-4cfe-bc35-f6a8248cf072" providerId="ADAL" clId="{46B132D1-A051-4784-ACD6-28C32AC40048}" dt="2023-10-05T05:41:40.602" v="149" actId="6549"/>
          <ac:spMkLst>
            <pc:docMk/>
            <pc:sldMk cId="3429822040" sldId="278"/>
            <ac:spMk id="6" creationId="{A5D4A860-BAFD-A841-8677-9D1715541A9A}"/>
          </ac:spMkLst>
        </pc:spChg>
      </pc:sldChg>
      <pc:sldChg chg="addSp delSp modSp mod modClrScheme chgLayout">
        <pc:chgData name="Gupta, Vinod" userId="61eddb95-0c75-4cfe-bc35-f6a8248cf072" providerId="ADAL" clId="{46B132D1-A051-4784-ACD6-28C32AC40048}" dt="2023-10-16T10:58:05.380" v="747" actId="14100"/>
        <pc:sldMkLst>
          <pc:docMk/>
          <pc:sldMk cId="3466431079" sldId="279"/>
        </pc:sldMkLst>
        <pc:spChg chg="del mod">
          <ac:chgData name="Gupta, Vinod" userId="61eddb95-0c75-4cfe-bc35-f6a8248cf072" providerId="ADAL" clId="{46B132D1-A051-4784-ACD6-28C32AC40048}" dt="2023-10-05T05:44:24.391" v="190" actId="21"/>
          <ac:spMkLst>
            <pc:docMk/>
            <pc:sldMk cId="3466431079" sldId="279"/>
            <ac:spMk id="2" creationId="{156F8498-A0C4-7345-8FCA-19FDADED17CC}"/>
          </ac:spMkLst>
        </pc:spChg>
        <pc:spChg chg="mod">
          <ac:chgData name="Gupta, Vinod" userId="61eddb95-0c75-4cfe-bc35-f6a8248cf072" providerId="ADAL" clId="{46B132D1-A051-4784-ACD6-28C32AC40048}" dt="2023-10-05T05:43:53.981" v="183" actId="26606"/>
          <ac:spMkLst>
            <pc:docMk/>
            <pc:sldMk cId="3466431079" sldId="279"/>
            <ac:spMk id="3" creationId="{D5794816-31D6-844C-9B7A-3F49DB1C2045}"/>
          </ac:spMkLst>
        </pc:spChg>
        <pc:spChg chg="del">
          <ac:chgData name="Gupta, Vinod" userId="61eddb95-0c75-4cfe-bc35-f6a8248cf072" providerId="ADAL" clId="{46B132D1-A051-4784-ACD6-28C32AC40048}" dt="2023-10-05T05:41:58.612" v="151" actId="21"/>
          <ac:spMkLst>
            <pc:docMk/>
            <pc:sldMk cId="3466431079" sldId="279"/>
            <ac:spMk id="4" creationId="{823D30FD-E711-F44E-864E-CD9AE8ABE300}"/>
          </ac:spMkLst>
        </pc:spChg>
        <pc:spChg chg="mod">
          <ac:chgData name="Gupta, Vinod" userId="61eddb95-0c75-4cfe-bc35-f6a8248cf072" providerId="ADAL" clId="{46B132D1-A051-4784-ACD6-28C32AC40048}" dt="2023-10-05T05:46:49.563" v="193" actId="1076"/>
          <ac:spMkLst>
            <pc:docMk/>
            <pc:sldMk cId="3466431079" sldId="279"/>
            <ac:spMk id="5" creationId="{7AC8984F-56C0-B743-8089-52737B5D85EA}"/>
          </ac:spMkLst>
        </pc:spChg>
        <pc:spChg chg="add mod">
          <ac:chgData name="Gupta, Vinod" userId="61eddb95-0c75-4cfe-bc35-f6a8248cf072" providerId="ADAL" clId="{46B132D1-A051-4784-ACD6-28C32AC40048}" dt="2023-10-16T10:52:51.028" v="693" actId="478"/>
          <ac:spMkLst>
            <pc:docMk/>
            <pc:sldMk cId="3466431079" sldId="279"/>
            <ac:spMk id="6" creationId="{A57C217C-7C81-159F-B7E3-F1EE6B0936C0}"/>
          </ac:spMkLst>
        </pc:spChg>
        <pc:spChg chg="del">
          <ac:chgData name="Gupta, Vinod" userId="61eddb95-0c75-4cfe-bc35-f6a8248cf072" providerId="ADAL" clId="{46B132D1-A051-4784-ACD6-28C32AC40048}" dt="2023-10-05T05:42:26.775" v="157" actId="21"/>
          <ac:spMkLst>
            <pc:docMk/>
            <pc:sldMk cId="3466431079" sldId="279"/>
            <ac:spMk id="6" creationId="{B11E10D2-416E-6347-AE09-E7A5D1D3EA21}"/>
          </ac:spMkLst>
        </pc:spChg>
        <pc:spChg chg="del">
          <ac:chgData name="Gupta, Vinod" userId="61eddb95-0c75-4cfe-bc35-f6a8248cf072" providerId="ADAL" clId="{46B132D1-A051-4784-ACD6-28C32AC40048}" dt="2023-10-05T05:42:48.826" v="161" actId="21"/>
          <ac:spMkLst>
            <pc:docMk/>
            <pc:sldMk cId="3466431079" sldId="279"/>
            <ac:spMk id="7" creationId="{F20C56E3-83FE-0D4F-82E9-F06A9E6E760D}"/>
          </ac:spMkLst>
        </pc:spChg>
        <pc:spChg chg="add del mod">
          <ac:chgData name="Gupta, Vinod" userId="61eddb95-0c75-4cfe-bc35-f6a8248cf072" providerId="ADAL" clId="{46B132D1-A051-4784-ACD6-28C32AC40048}" dt="2023-10-05T05:42:07.596" v="154"/>
          <ac:spMkLst>
            <pc:docMk/>
            <pc:sldMk cId="3466431079" sldId="279"/>
            <ac:spMk id="8" creationId="{99DF1F97-2F09-78D5-1596-378A4A8E167F}"/>
          </ac:spMkLst>
        </pc:spChg>
        <pc:spChg chg="add del mod">
          <ac:chgData name="Gupta, Vinod" userId="61eddb95-0c75-4cfe-bc35-f6a8248cf072" providerId="ADAL" clId="{46B132D1-A051-4784-ACD6-28C32AC40048}" dt="2023-10-05T05:42:30.280" v="158" actId="21"/>
          <ac:spMkLst>
            <pc:docMk/>
            <pc:sldMk cId="3466431079" sldId="279"/>
            <ac:spMk id="10" creationId="{9B73021D-A4F4-3CB7-9BCC-7AAB96D1CCAC}"/>
          </ac:spMkLst>
        </pc:spChg>
        <pc:spChg chg="add mod">
          <ac:chgData name="Gupta, Vinod" userId="61eddb95-0c75-4cfe-bc35-f6a8248cf072" providerId="ADAL" clId="{46B132D1-A051-4784-ACD6-28C32AC40048}" dt="2023-10-16T10:58:05.380" v="747" actId="14100"/>
          <ac:spMkLst>
            <pc:docMk/>
            <pc:sldMk cId="3466431079" sldId="279"/>
            <ac:spMk id="11" creationId="{0457AB04-03EE-7C6F-C4D2-A8E25EB90F9E}"/>
          </ac:spMkLst>
        </pc:spChg>
        <pc:spChg chg="add del mod">
          <ac:chgData name="Gupta, Vinod" userId="61eddb95-0c75-4cfe-bc35-f6a8248cf072" providerId="ADAL" clId="{46B132D1-A051-4784-ACD6-28C32AC40048}" dt="2023-10-05T05:47:09.152" v="195"/>
          <ac:spMkLst>
            <pc:docMk/>
            <pc:sldMk cId="3466431079" sldId="279"/>
            <ac:spMk id="13" creationId="{C4970FB8-38C3-4740-BF71-DFB5B6E2E6CF}"/>
          </ac:spMkLst>
        </pc:spChg>
        <pc:spChg chg="add mod">
          <ac:chgData name="Gupta, Vinod" userId="61eddb95-0c75-4cfe-bc35-f6a8248cf072" providerId="ADAL" clId="{46B132D1-A051-4784-ACD6-28C32AC40048}" dt="2023-10-16T10:53:15.092" v="699" actId="1076"/>
          <ac:spMkLst>
            <pc:docMk/>
            <pc:sldMk cId="3466431079" sldId="279"/>
            <ac:spMk id="14" creationId="{29EF3A19-1E52-AF6C-5F7B-49943F35B1FD}"/>
          </ac:spMkLst>
        </pc:spChg>
        <pc:spChg chg="add del">
          <ac:chgData name="Gupta, Vinod" userId="61eddb95-0c75-4cfe-bc35-f6a8248cf072" providerId="ADAL" clId="{46B132D1-A051-4784-ACD6-28C32AC40048}" dt="2023-10-05T05:43:05.377" v="165" actId="26606"/>
          <ac:spMkLst>
            <pc:docMk/>
            <pc:sldMk cId="3466431079" sldId="279"/>
            <ac:spMk id="17" creationId="{198FDF5D-F51E-CFAF-A58B-90C0735FC81C}"/>
          </ac:spMkLst>
        </pc:spChg>
        <pc:spChg chg="add del mod">
          <ac:chgData name="Gupta, Vinod" userId="61eddb95-0c75-4cfe-bc35-f6a8248cf072" providerId="ADAL" clId="{46B132D1-A051-4784-ACD6-28C32AC40048}" dt="2023-10-05T05:43:07.089" v="167" actId="26606"/>
          <ac:spMkLst>
            <pc:docMk/>
            <pc:sldMk cId="3466431079" sldId="279"/>
            <ac:spMk id="19" creationId="{DD219604-5757-83A0-E81B-5D1BB1694A7B}"/>
          </ac:spMkLst>
        </pc:spChg>
        <pc:spChg chg="add del mod">
          <ac:chgData name="Gupta, Vinod" userId="61eddb95-0c75-4cfe-bc35-f6a8248cf072" providerId="ADAL" clId="{46B132D1-A051-4784-ACD6-28C32AC40048}" dt="2023-10-05T05:43:08.354" v="169" actId="26606"/>
          <ac:spMkLst>
            <pc:docMk/>
            <pc:sldMk cId="3466431079" sldId="279"/>
            <ac:spMk id="21" creationId="{89045723-7ED1-EEC6-431A-A7767A34BACC}"/>
          </ac:spMkLst>
        </pc:spChg>
        <pc:spChg chg="add del mod">
          <ac:chgData name="Gupta, Vinod" userId="61eddb95-0c75-4cfe-bc35-f6a8248cf072" providerId="ADAL" clId="{46B132D1-A051-4784-ACD6-28C32AC40048}" dt="2023-10-05T05:43:13.703" v="172" actId="26606"/>
          <ac:spMkLst>
            <pc:docMk/>
            <pc:sldMk cId="3466431079" sldId="279"/>
            <ac:spMk id="23" creationId="{BD6C6B7E-C136-9596-61DC-D2834F22C667}"/>
          </ac:spMkLst>
        </pc:spChg>
        <pc:spChg chg="add del mod">
          <ac:chgData name="Gupta, Vinod" userId="61eddb95-0c75-4cfe-bc35-f6a8248cf072" providerId="ADAL" clId="{46B132D1-A051-4784-ACD6-28C32AC40048}" dt="2023-10-05T05:43:32.347" v="174" actId="26606"/>
          <ac:spMkLst>
            <pc:docMk/>
            <pc:sldMk cId="3466431079" sldId="279"/>
            <ac:spMk id="25" creationId="{E07A398E-D212-7F09-34D0-91C3FE902545}"/>
          </ac:spMkLst>
        </pc:spChg>
        <pc:spChg chg="add del mod">
          <ac:chgData name="Gupta, Vinod" userId="61eddb95-0c75-4cfe-bc35-f6a8248cf072" providerId="ADAL" clId="{46B132D1-A051-4784-ACD6-28C32AC40048}" dt="2023-10-05T05:43:35.303" v="176" actId="26606"/>
          <ac:spMkLst>
            <pc:docMk/>
            <pc:sldMk cId="3466431079" sldId="279"/>
            <ac:spMk id="27" creationId="{89045723-7ED1-EEC6-431A-A7767A34BACC}"/>
          </ac:spMkLst>
        </pc:spChg>
        <pc:spChg chg="add del mod">
          <ac:chgData name="Gupta, Vinod" userId="61eddb95-0c75-4cfe-bc35-f6a8248cf072" providerId="ADAL" clId="{46B132D1-A051-4784-ACD6-28C32AC40048}" dt="2023-10-05T05:43:41.231" v="178" actId="26606"/>
          <ac:spMkLst>
            <pc:docMk/>
            <pc:sldMk cId="3466431079" sldId="279"/>
            <ac:spMk id="29" creationId="{DD219604-5757-83A0-E81B-5D1BB1694A7B}"/>
          </ac:spMkLst>
        </pc:spChg>
        <pc:spChg chg="add del">
          <ac:chgData name="Gupta, Vinod" userId="61eddb95-0c75-4cfe-bc35-f6a8248cf072" providerId="ADAL" clId="{46B132D1-A051-4784-ACD6-28C32AC40048}" dt="2023-10-05T05:43:46.962" v="180" actId="26606"/>
          <ac:spMkLst>
            <pc:docMk/>
            <pc:sldMk cId="3466431079" sldId="279"/>
            <ac:spMk id="31" creationId="{198FDF5D-F51E-CFAF-A58B-90C0735FC81C}"/>
          </ac:spMkLst>
        </pc:spChg>
        <pc:spChg chg="add del mod">
          <ac:chgData name="Gupta, Vinod" userId="61eddb95-0c75-4cfe-bc35-f6a8248cf072" providerId="ADAL" clId="{46B132D1-A051-4784-ACD6-28C32AC40048}" dt="2023-10-05T05:43:53.970" v="182" actId="26606"/>
          <ac:spMkLst>
            <pc:docMk/>
            <pc:sldMk cId="3466431079" sldId="279"/>
            <ac:spMk id="33" creationId="{89045723-7ED1-EEC6-431A-A7767A34BACC}"/>
          </ac:spMkLst>
        </pc:spChg>
        <pc:spChg chg="add del mod">
          <ac:chgData name="Gupta, Vinod" userId="61eddb95-0c75-4cfe-bc35-f6a8248cf072" providerId="ADAL" clId="{46B132D1-A051-4784-ACD6-28C32AC40048}" dt="2023-10-05T05:46:42.517" v="191" actId="21"/>
          <ac:spMkLst>
            <pc:docMk/>
            <pc:sldMk cId="3466431079" sldId="279"/>
            <ac:spMk id="35" creationId="{DD219604-5757-83A0-E81B-5D1BB1694A7B}"/>
          </ac:spMkLst>
        </pc:spChg>
        <pc:picChg chg="add del mod">
          <ac:chgData name="Gupta, Vinod" userId="61eddb95-0c75-4cfe-bc35-f6a8248cf072" providerId="ADAL" clId="{46B132D1-A051-4784-ACD6-28C32AC40048}" dt="2023-10-16T10:52:51.028" v="693" actId="478"/>
          <ac:picMkLst>
            <pc:docMk/>
            <pc:sldMk cId="3466431079" sldId="279"/>
            <ac:picMk id="2" creationId="{C1E5801C-A8FC-16ED-E9ED-35EB69297FE8}"/>
          </ac:picMkLst>
        </pc:picChg>
        <pc:picChg chg="add del mod">
          <ac:chgData name="Gupta, Vinod" userId="61eddb95-0c75-4cfe-bc35-f6a8248cf072" providerId="ADAL" clId="{46B132D1-A051-4784-ACD6-28C32AC40048}" dt="2023-10-06T09:35:44.836" v="681" actId="478"/>
          <ac:picMkLst>
            <pc:docMk/>
            <pc:sldMk cId="3466431079" sldId="279"/>
            <ac:picMk id="4" creationId="{4F48160B-B7F9-CDA4-3636-E1591329741B}"/>
          </ac:picMkLst>
        </pc:picChg>
        <pc:picChg chg="add mod">
          <ac:chgData name="Gupta, Vinod" userId="61eddb95-0c75-4cfe-bc35-f6a8248cf072" providerId="ADAL" clId="{46B132D1-A051-4784-ACD6-28C32AC40048}" dt="2023-10-16T10:53:10.264" v="698" actId="14100"/>
          <ac:picMkLst>
            <pc:docMk/>
            <pc:sldMk cId="3466431079" sldId="279"/>
            <ac:picMk id="7" creationId="{D0B38447-FEA1-C176-28BD-E833EA209F1F}"/>
          </ac:picMkLst>
        </pc:picChg>
        <pc:picChg chg="add del mod ord">
          <ac:chgData name="Gupta, Vinod" userId="61eddb95-0c75-4cfe-bc35-f6a8248cf072" providerId="ADAL" clId="{46B132D1-A051-4784-ACD6-28C32AC40048}" dt="2023-10-06T08:38:06.163" v="672" actId="478"/>
          <ac:picMkLst>
            <pc:docMk/>
            <pc:sldMk cId="3466431079" sldId="279"/>
            <ac:picMk id="12" creationId="{130F85FA-FBF9-41D8-E9F4-21D5569B3298}"/>
          </ac:picMkLst>
        </pc:picChg>
      </pc:sldChg>
      <pc:sldChg chg="del">
        <pc:chgData name="Gupta, Vinod" userId="61eddb95-0c75-4cfe-bc35-f6a8248cf072" providerId="ADAL" clId="{46B132D1-A051-4784-ACD6-28C32AC40048}" dt="2023-10-05T05:47:32.541" v="198" actId="2696"/>
        <pc:sldMkLst>
          <pc:docMk/>
          <pc:sldMk cId="2808805481" sldId="280"/>
        </pc:sldMkLst>
      </pc:sldChg>
      <pc:sldChg chg="del">
        <pc:chgData name="Gupta, Vinod" userId="61eddb95-0c75-4cfe-bc35-f6a8248cf072" providerId="ADAL" clId="{46B132D1-A051-4784-ACD6-28C32AC40048}" dt="2023-10-05T05:47:35.744" v="199" actId="2696"/>
        <pc:sldMkLst>
          <pc:docMk/>
          <pc:sldMk cId="2495232703" sldId="281"/>
        </pc:sldMkLst>
      </pc:sldChg>
      <pc:sldChg chg="del">
        <pc:chgData name="Gupta, Vinod" userId="61eddb95-0c75-4cfe-bc35-f6a8248cf072" providerId="ADAL" clId="{46B132D1-A051-4784-ACD6-28C32AC40048}" dt="2023-10-05T05:47:39.728" v="200" actId="2696"/>
        <pc:sldMkLst>
          <pc:docMk/>
          <pc:sldMk cId="594764959" sldId="282"/>
        </pc:sldMkLst>
      </pc:sldChg>
      <pc:sldChg chg="del">
        <pc:chgData name="Gupta, Vinod" userId="61eddb95-0c75-4cfe-bc35-f6a8248cf072" providerId="ADAL" clId="{46B132D1-A051-4784-ACD6-28C32AC40048}" dt="2023-10-05T05:47:42.809" v="201" actId="2696"/>
        <pc:sldMkLst>
          <pc:docMk/>
          <pc:sldMk cId="222277686" sldId="283"/>
        </pc:sldMkLst>
      </pc:sldChg>
      <pc:sldChg chg="addSp delSp modSp mod ord">
        <pc:chgData name="Gupta, Vinod" userId="61eddb95-0c75-4cfe-bc35-f6a8248cf072" providerId="ADAL" clId="{46B132D1-A051-4784-ACD6-28C32AC40048}" dt="2023-10-06T07:03:55.629" v="664"/>
        <pc:sldMkLst>
          <pc:docMk/>
          <pc:sldMk cId="3958254095" sldId="284"/>
        </pc:sldMkLst>
        <pc:spChg chg="del">
          <ac:chgData name="Gupta, Vinod" userId="61eddb95-0c75-4cfe-bc35-f6a8248cf072" providerId="ADAL" clId="{46B132D1-A051-4784-ACD6-28C32AC40048}" dt="2023-10-05T05:48:53.700" v="213" actId="21"/>
          <ac:spMkLst>
            <pc:docMk/>
            <pc:sldMk cId="3958254095" sldId="284"/>
            <ac:spMk id="2" creationId="{7C93DD96-278D-9E4A-82D5-CA3C2DA4B0D5}"/>
          </ac:spMkLst>
        </pc:spChg>
        <pc:spChg chg="del">
          <ac:chgData name="Gupta, Vinod" userId="61eddb95-0c75-4cfe-bc35-f6a8248cf072" providerId="ADAL" clId="{46B132D1-A051-4784-ACD6-28C32AC40048}" dt="2023-10-05T05:47:50.705" v="202" actId="21"/>
          <ac:spMkLst>
            <pc:docMk/>
            <pc:sldMk cId="3958254095" sldId="284"/>
            <ac:spMk id="4" creationId="{42919531-3E7B-1F4F-BA1C-A6C882D51360}"/>
          </ac:spMkLst>
        </pc:spChg>
        <pc:spChg chg="mod">
          <ac:chgData name="Gupta, Vinod" userId="61eddb95-0c75-4cfe-bc35-f6a8248cf072" providerId="ADAL" clId="{46B132D1-A051-4784-ACD6-28C32AC40048}" dt="2023-10-05T05:48:07.858" v="205" actId="14100"/>
          <ac:spMkLst>
            <pc:docMk/>
            <pc:sldMk cId="3958254095" sldId="284"/>
            <ac:spMk id="5" creationId="{B0B082C5-D1F0-BC49-BB8E-535B7794D4CC}"/>
          </ac:spMkLst>
        </pc:spChg>
        <pc:spChg chg="add del">
          <ac:chgData name="Gupta, Vinod" userId="61eddb95-0c75-4cfe-bc35-f6a8248cf072" providerId="ADAL" clId="{46B132D1-A051-4784-ACD6-28C32AC40048}" dt="2023-10-05T05:48:18.935" v="207" actId="22"/>
          <ac:spMkLst>
            <pc:docMk/>
            <pc:sldMk cId="3958254095" sldId="284"/>
            <ac:spMk id="7" creationId="{D2AE3C2D-2AEA-D79F-EE63-2AE41CCD4AA2}"/>
          </ac:spMkLst>
        </pc:spChg>
        <pc:spChg chg="add mod">
          <ac:chgData name="Gupta, Vinod" userId="61eddb95-0c75-4cfe-bc35-f6a8248cf072" providerId="ADAL" clId="{46B132D1-A051-4784-ACD6-28C32AC40048}" dt="2023-10-05T05:49:12.842" v="217" actId="1076"/>
          <ac:spMkLst>
            <pc:docMk/>
            <pc:sldMk cId="3958254095" sldId="284"/>
            <ac:spMk id="8" creationId="{934E83DE-6E42-8625-EB1B-029B2CE904C1}"/>
          </ac:spMkLst>
        </pc:spChg>
        <pc:spChg chg="mod">
          <ac:chgData name="Gupta, Vinod" userId="61eddb95-0c75-4cfe-bc35-f6a8248cf072" providerId="ADAL" clId="{46B132D1-A051-4784-ACD6-28C32AC40048}" dt="2023-10-05T05:49:23.793" v="222" actId="1076"/>
          <ac:spMkLst>
            <pc:docMk/>
            <pc:sldMk cId="3958254095" sldId="284"/>
            <ac:spMk id="11" creationId="{67706382-EEC7-0321-12C1-5C1F4FF81FB2}"/>
          </ac:spMkLst>
        </pc:spChg>
        <pc:spChg chg="mod">
          <ac:chgData name="Gupta, Vinod" userId="61eddb95-0c75-4cfe-bc35-f6a8248cf072" providerId="ADAL" clId="{46B132D1-A051-4784-ACD6-28C32AC40048}" dt="2023-10-05T05:49:23.793" v="222" actId="1076"/>
          <ac:spMkLst>
            <pc:docMk/>
            <pc:sldMk cId="3958254095" sldId="284"/>
            <ac:spMk id="12" creationId="{4D401EC3-9678-D05C-26A4-C6440D4A7CE3}"/>
          </ac:spMkLst>
        </pc:spChg>
        <pc:spChg chg="mod">
          <ac:chgData name="Gupta, Vinod" userId="61eddb95-0c75-4cfe-bc35-f6a8248cf072" providerId="ADAL" clId="{46B132D1-A051-4784-ACD6-28C32AC40048}" dt="2023-10-05T05:49:23.793" v="222" actId="1076"/>
          <ac:spMkLst>
            <pc:docMk/>
            <pc:sldMk cId="3958254095" sldId="284"/>
            <ac:spMk id="13" creationId="{F3C1EA80-A77F-63FF-A0FF-0E2EDCAD805B}"/>
          </ac:spMkLst>
        </pc:spChg>
        <pc:spChg chg="mod">
          <ac:chgData name="Gupta, Vinod" userId="61eddb95-0c75-4cfe-bc35-f6a8248cf072" providerId="ADAL" clId="{46B132D1-A051-4784-ACD6-28C32AC40048}" dt="2023-10-05T05:49:23.793" v="222" actId="1076"/>
          <ac:spMkLst>
            <pc:docMk/>
            <pc:sldMk cId="3958254095" sldId="284"/>
            <ac:spMk id="14" creationId="{80DEAEB5-A3DE-1C85-CCF7-7A3E2C850AD6}"/>
          </ac:spMkLst>
        </pc:spChg>
        <pc:spChg chg="add mod">
          <ac:chgData name="Gupta, Vinod" userId="61eddb95-0c75-4cfe-bc35-f6a8248cf072" providerId="ADAL" clId="{46B132D1-A051-4784-ACD6-28C32AC40048}" dt="2023-10-05T05:49:07.703" v="215" actId="1076"/>
          <ac:spMkLst>
            <pc:docMk/>
            <pc:sldMk cId="3958254095" sldId="284"/>
            <ac:spMk id="16" creationId="{A5EE5B24-F2AF-2832-2247-33FE3A649D5E}"/>
          </ac:spMkLst>
        </pc:spChg>
        <pc:grpChg chg="add mod">
          <ac:chgData name="Gupta, Vinod" userId="61eddb95-0c75-4cfe-bc35-f6a8248cf072" providerId="ADAL" clId="{46B132D1-A051-4784-ACD6-28C32AC40048}" dt="2023-10-05T05:49:23.793" v="222" actId="1076"/>
          <ac:grpSpMkLst>
            <pc:docMk/>
            <pc:sldMk cId="3958254095" sldId="284"/>
            <ac:grpSpMk id="9" creationId="{9CC03C63-895B-7254-D702-26A8261109B5}"/>
          </ac:grpSpMkLst>
        </pc:grpChg>
        <pc:grpChg chg="mod">
          <ac:chgData name="Gupta, Vinod" userId="61eddb95-0c75-4cfe-bc35-f6a8248cf072" providerId="ADAL" clId="{46B132D1-A051-4784-ACD6-28C32AC40048}" dt="2023-10-05T05:49:23.793" v="222" actId="1076"/>
          <ac:grpSpMkLst>
            <pc:docMk/>
            <pc:sldMk cId="3958254095" sldId="284"/>
            <ac:grpSpMk id="10" creationId="{42F1B563-C198-26B9-5421-4034D5993912}"/>
          </ac:grpSpMkLst>
        </pc:grpChg>
        <pc:graphicFrameChg chg="add mod">
          <ac:chgData name="Gupta, Vinod" userId="61eddb95-0c75-4cfe-bc35-f6a8248cf072" providerId="ADAL" clId="{46B132D1-A051-4784-ACD6-28C32AC40048}" dt="2023-10-05T05:49:23.793" v="222" actId="1076"/>
          <ac:graphicFrameMkLst>
            <pc:docMk/>
            <pc:sldMk cId="3958254095" sldId="284"/>
            <ac:graphicFrameMk id="15" creationId="{9340214F-F589-4C33-0BC8-F7A75A90109F}"/>
          </ac:graphicFrameMkLst>
        </pc:graphicFrameChg>
      </pc:sldChg>
      <pc:sldChg chg="addSp delSp modSp mod">
        <pc:chgData name="Gupta, Vinod" userId="61eddb95-0c75-4cfe-bc35-f6a8248cf072" providerId="ADAL" clId="{46B132D1-A051-4784-ACD6-28C32AC40048}" dt="2023-10-05T06:33:09.670" v="446" actId="21"/>
        <pc:sldMkLst>
          <pc:docMk/>
          <pc:sldMk cId="386407875" sldId="285"/>
        </pc:sldMkLst>
        <pc:spChg chg="del">
          <ac:chgData name="Gupta, Vinod" userId="61eddb95-0c75-4cfe-bc35-f6a8248cf072" providerId="ADAL" clId="{46B132D1-A051-4784-ACD6-28C32AC40048}" dt="2023-10-05T06:33:09.670" v="446" actId="21"/>
          <ac:spMkLst>
            <pc:docMk/>
            <pc:sldMk cId="386407875" sldId="285"/>
            <ac:spMk id="2" creationId="{EA8FC1BF-1588-714D-B947-C01F9951D9EE}"/>
          </ac:spMkLst>
        </pc:spChg>
        <pc:spChg chg="mod">
          <ac:chgData name="Gupta, Vinod" userId="61eddb95-0c75-4cfe-bc35-f6a8248cf072" providerId="ADAL" clId="{46B132D1-A051-4784-ACD6-28C32AC40048}" dt="2023-10-05T06:33:04.182" v="445" actId="1076"/>
          <ac:spMkLst>
            <pc:docMk/>
            <pc:sldMk cId="386407875" sldId="285"/>
            <ac:spMk id="5" creationId="{4EC2C39E-3C73-8A4F-96B5-C98575055B89}"/>
          </ac:spMkLst>
        </pc:spChg>
        <pc:spChg chg="del">
          <ac:chgData name="Gupta, Vinod" userId="61eddb95-0c75-4cfe-bc35-f6a8248cf072" providerId="ADAL" clId="{46B132D1-A051-4784-ACD6-28C32AC40048}" dt="2023-10-05T06:32:56.431" v="443" actId="21"/>
          <ac:spMkLst>
            <pc:docMk/>
            <pc:sldMk cId="386407875" sldId="285"/>
            <ac:spMk id="6" creationId="{CF9288B1-A9AF-1A44-8753-EFA7AB07B4FB}"/>
          </ac:spMkLst>
        </pc:spChg>
        <pc:spChg chg="add del mod">
          <ac:chgData name="Gupta, Vinod" userId="61eddb95-0c75-4cfe-bc35-f6a8248cf072" providerId="ADAL" clId="{46B132D1-A051-4784-ACD6-28C32AC40048}" dt="2023-10-05T06:32:59.607" v="444" actId="21"/>
          <ac:spMkLst>
            <pc:docMk/>
            <pc:sldMk cId="386407875" sldId="285"/>
            <ac:spMk id="7" creationId="{4696766A-8007-1805-4CCF-F8E02E9660E5}"/>
          </ac:spMkLst>
        </pc:spChg>
        <pc:spChg chg="del">
          <ac:chgData name="Gupta, Vinod" userId="61eddb95-0c75-4cfe-bc35-f6a8248cf072" providerId="ADAL" clId="{46B132D1-A051-4784-ACD6-28C32AC40048}" dt="2023-10-05T06:31:49.615" v="440" actId="21"/>
          <ac:spMkLst>
            <pc:docMk/>
            <pc:sldMk cId="386407875" sldId="285"/>
            <ac:spMk id="11" creationId="{D952CFEC-1309-0447-BF7F-B9AAC44D675B}"/>
          </ac:spMkLst>
        </pc:spChg>
      </pc:sldChg>
      <pc:sldChg chg="del">
        <pc:chgData name="Gupta, Vinod" userId="61eddb95-0c75-4cfe-bc35-f6a8248cf072" providerId="ADAL" clId="{46B132D1-A051-4784-ACD6-28C32AC40048}" dt="2023-10-05T06:33:16.371" v="447" actId="2696"/>
        <pc:sldMkLst>
          <pc:docMk/>
          <pc:sldMk cId="2032052347" sldId="286"/>
        </pc:sldMkLst>
      </pc:sldChg>
      <pc:sldChg chg="del">
        <pc:chgData name="Gupta, Vinod" userId="61eddb95-0c75-4cfe-bc35-f6a8248cf072" providerId="ADAL" clId="{46B132D1-A051-4784-ACD6-28C32AC40048}" dt="2023-10-05T06:48:57.665" v="617" actId="47"/>
        <pc:sldMkLst>
          <pc:docMk/>
          <pc:sldMk cId="4014288823" sldId="287"/>
        </pc:sldMkLst>
      </pc:sldChg>
      <pc:sldChg chg="del">
        <pc:chgData name="Gupta, Vinod" userId="61eddb95-0c75-4cfe-bc35-f6a8248cf072" providerId="ADAL" clId="{46B132D1-A051-4784-ACD6-28C32AC40048}" dt="2023-10-05T06:48:59.083" v="618" actId="47"/>
        <pc:sldMkLst>
          <pc:docMk/>
          <pc:sldMk cId="941972391" sldId="288"/>
        </pc:sldMkLst>
      </pc:sldChg>
      <pc:sldChg chg="del">
        <pc:chgData name="Gupta, Vinod" userId="61eddb95-0c75-4cfe-bc35-f6a8248cf072" providerId="ADAL" clId="{46B132D1-A051-4784-ACD6-28C32AC40048}" dt="2023-10-05T06:48:59.750" v="619" actId="47"/>
        <pc:sldMkLst>
          <pc:docMk/>
          <pc:sldMk cId="3478121521" sldId="289"/>
        </pc:sldMkLst>
      </pc:sldChg>
      <pc:sldChg chg="del">
        <pc:chgData name="Gupta, Vinod" userId="61eddb95-0c75-4cfe-bc35-f6a8248cf072" providerId="ADAL" clId="{46B132D1-A051-4784-ACD6-28C32AC40048}" dt="2023-10-05T06:49:02.011" v="622" actId="47"/>
        <pc:sldMkLst>
          <pc:docMk/>
          <pc:sldMk cId="1436309193" sldId="290"/>
        </pc:sldMkLst>
      </pc:sldChg>
      <pc:sldChg chg="del">
        <pc:chgData name="Gupta, Vinod" userId="61eddb95-0c75-4cfe-bc35-f6a8248cf072" providerId="ADAL" clId="{46B132D1-A051-4784-ACD6-28C32AC40048}" dt="2023-10-05T06:49:02.766" v="623" actId="47"/>
        <pc:sldMkLst>
          <pc:docMk/>
          <pc:sldMk cId="3242532368" sldId="291"/>
        </pc:sldMkLst>
      </pc:sldChg>
      <pc:sldChg chg="del">
        <pc:chgData name="Gupta, Vinod" userId="61eddb95-0c75-4cfe-bc35-f6a8248cf072" providerId="ADAL" clId="{46B132D1-A051-4784-ACD6-28C32AC40048}" dt="2023-10-05T06:49:08.198" v="629" actId="47"/>
        <pc:sldMkLst>
          <pc:docMk/>
          <pc:sldMk cId="3748901004" sldId="293"/>
        </pc:sldMkLst>
      </pc:sldChg>
      <pc:sldChg chg="del">
        <pc:chgData name="Gupta, Vinod" userId="61eddb95-0c75-4cfe-bc35-f6a8248cf072" providerId="ADAL" clId="{46B132D1-A051-4784-ACD6-28C32AC40048}" dt="2023-10-05T06:49:08.867" v="630" actId="47"/>
        <pc:sldMkLst>
          <pc:docMk/>
          <pc:sldMk cId="3966275750" sldId="294"/>
        </pc:sldMkLst>
      </pc:sldChg>
      <pc:sldChg chg="del">
        <pc:chgData name="Gupta, Vinod" userId="61eddb95-0c75-4cfe-bc35-f6a8248cf072" providerId="ADAL" clId="{46B132D1-A051-4784-ACD6-28C32AC40048}" dt="2023-10-05T06:49:10.716" v="631" actId="47"/>
        <pc:sldMkLst>
          <pc:docMk/>
          <pc:sldMk cId="2073361503" sldId="295"/>
        </pc:sldMkLst>
      </pc:sldChg>
      <pc:sldChg chg="del">
        <pc:chgData name="Gupta, Vinod" userId="61eddb95-0c75-4cfe-bc35-f6a8248cf072" providerId="ADAL" clId="{46B132D1-A051-4784-ACD6-28C32AC40048}" dt="2023-10-05T06:49:11.285" v="632" actId="47"/>
        <pc:sldMkLst>
          <pc:docMk/>
          <pc:sldMk cId="495065561" sldId="296"/>
        </pc:sldMkLst>
      </pc:sldChg>
      <pc:sldChg chg="del">
        <pc:chgData name="Gupta, Vinod" userId="61eddb95-0c75-4cfe-bc35-f6a8248cf072" providerId="ADAL" clId="{46B132D1-A051-4784-ACD6-28C32AC40048}" dt="2023-10-05T06:49:11.865" v="633" actId="47"/>
        <pc:sldMkLst>
          <pc:docMk/>
          <pc:sldMk cId="3319630888" sldId="297"/>
        </pc:sldMkLst>
      </pc:sldChg>
      <pc:sldChg chg="del">
        <pc:chgData name="Gupta, Vinod" userId="61eddb95-0c75-4cfe-bc35-f6a8248cf072" providerId="ADAL" clId="{46B132D1-A051-4784-ACD6-28C32AC40048}" dt="2023-10-05T06:49:03.934" v="624" actId="47"/>
        <pc:sldMkLst>
          <pc:docMk/>
          <pc:sldMk cId="586198506" sldId="298"/>
        </pc:sldMkLst>
      </pc:sldChg>
      <pc:sldChg chg="del">
        <pc:chgData name="Gupta, Vinod" userId="61eddb95-0c75-4cfe-bc35-f6a8248cf072" providerId="ADAL" clId="{46B132D1-A051-4784-ACD6-28C32AC40048}" dt="2023-10-05T06:49:04.600" v="625" actId="47"/>
        <pc:sldMkLst>
          <pc:docMk/>
          <pc:sldMk cId="2609653979" sldId="299"/>
        </pc:sldMkLst>
      </pc:sldChg>
      <pc:sldChg chg="del">
        <pc:chgData name="Gupta, Vinod" userId="61eddb95-0c75-4cfe-bc35-f6a8248cf072" providerId="ADAL" clId="{46B132D1-A051-4784-ACD6-28C32AC40048}" dt="2023-10-05T06:49:05.521" v="626" actId="47"/>
        <pc:sldMkLst>
          <pc:docMk/>
          <pc:sldMk cId="2763007845" sldId="300"/>
        </pc:sldMkLst>
      </pc:sldChg>
      <pc:sldChg chg="del">
        <pc:chgData name="Gupta, Vinod" userId="61eddb95-0c75-4cfe-bc35-f6a8248cf072" providerId="ADAL" clId="{46B132D1-A051-4784-ACD6-28C32AC40048}" dt="2023-10-05T06:49:21.965" v="635" actId="47"/>
        <pc:sldMkLst>
          <pc:docMk/>
          <pc:sldMk cId="3266569827" sldId="303"/>
        </pc:sldMkLst>
      </pc:sldChg>
      <pc:sldChg chg="del">
        <pc:chgData name="Gupta, Vinod" userId="61eddb95-0c75-4cfe-bc35-f6a8248cf072" providerId="ADAL" clId="{46B132D1-A051-4784-ACD6-28C32AC40048}" dt="2023-10-05T06:49:27.261" v="636" actId="47"/>
        <pc:sldMkLst>
          <pc:docMk/>
          <pc:sldMk cId="2368407006" sldId="304"/>
        </pc:sldMkLst>
      </pc:sldChg>
      <pc:sldChg chg="del">
        <pc:chgData name="Gupta, Vinod" userId="61eddb95-0c75-4cfe-bc35-f6a8248cf072" providerId="ADAL" clId="{46B132D1-A051-4784-ACD6-28C32AC40048}" dt="2023-10-05T06:49:31.348" v="640" actId="47"/>
        <pc:sldMkLst>
          <pc:docMk/>
          <pc:sldMk cId="604220083" sldId="305"/>
        </pc:sldMkLst>
      </pc:sldChg>
      <pc:sldChg chg="del">
        <pc:chgData name="Gupta, Vinod" userId="61eddb95-0c75-4cfe-bc35-f6a8248cf072" providerId="ADAL" clId="{46B132D1-A051-4784-ACD6-28C32AC40048}" dt="2023-10-05T06:49:31.771" v="641" actId="47"/>
        <pc:sldMkLst>
          <pc:docMk/>
          <pc:sldMk cId="3735242348" sldId="306"/>
        </pc:sldMkLst>
      </pc:sldChg>
      <pc:sldChg chg="del">
        <pc:chgData name="Gupta, Vinod" userId="61eddb95-0c75-4cfe-bc35-f6a8248cf072" providerId="ADAL" clId="{46B132D1-A051-4784-ACD6-28C32AC40048}" dt="2023-10-05T06:49:32.095" v="642" actId="47"/>
        <pc:sldMkLst>
          <pc:docMk/>
          <pc:sldMk cId="2649632779" sldId="307"/>
        </pc:sldMkLst>
      </pc:sldChg>
      <pc:sldChg chg="del">
        <pc:chgData name="Gupta, Vinod" userId="61eddb95-0c75-4cfe-bc35-f6a8248cf072" providerId="ADAL" clId="{46B132D1-A051-4784-ACD6-28C32AC40048}" dt="2023-10-05T06:49:32.763" v="645" actId="47"/>
        <pc:sldMkLst>
          <pc:docMk/>
          <pc:sldMk cId="3239556595" sldId="308"/>
        </pc:sldMkLst>
      </pc:sldChg>
      <pc:sldChg chg="del">
        <pc:chgData name="Gupta, Vinod" userId="61eddb95-0c75-4cfe-bc35-f6a8248cf072" providerId="ADAL" clId="{46B132D1-A051-4784-ACD6-28C32AC40048}" dt="2023-10-05T06:49:33.333" v="646" actId="47"/>
        <pc:sldMkLst>
          <pc:docMk/>
          <pc:sldMk cId="2096045624" sldId="309"/>
        </pc:sldMkLst>
      </pc:sldChg>
      <pc:sldChg chg="del">
        <pc:chgData name="Gupta, Vinod" userId="61eddb95-0c75-4cfe-bc35-f6a8248cf072" providerId="ADAL" clId="{46B132D1-A051-4784-ACD6-28C32AC40048}" dt="2023-10-05T06:49:34.049" v="647" actId="47"/>
        <pc:sldMkLst>
          <pc:docMk/>
          <pc:sldMk cId="2681710063" sldId="310"/>
        </pc:sldMkLst>
      </pc:sldChg>
      <pc:sldChg chg="del">
        <pc:chgData name="Gupta, Vinod" userId="61eddb95-0c75-4cfe-bc35-f6a8248cf072" providerId="ADAL" clId="{46B132D1-A051-4784-ACD6-28C32AC40048}" dt="2023-10-05T05:21:39.185" v="34" actId="47"/>
        <pc:sldMkLst>
          <pc:docMk/>
          <pc:sldMk cId="2127511011" sldId="311"/>
        </pc:sldMkLst>
      </pc:sldChg>
      <pc:sldChg chg="addSp delSp modSp mod">
        <pc:chgData name="Gupta, Vinod" userId="61eddb95-0c75-4cfe-bc35-f6a8248cf072" providerId="ADAL" clId="{46B132D1-A051-4784-ACD6-28C32AC40048}" dt="2023-10-06T09:48:49.148" v="689" actId="255"/>
        <pc:sldMkLst>
          <pc:docMk/>
          <pc:sldMk cId="3514927063" sldId="312"/>
        </pc:sldMkLst>
        <pc:spChg chg="mod">
          <ac:chgData name="Gupta, Vinod" userId="61eddb95-0c75-4cfe-bc35-f6a8248cf072" providerId="ADAL" clId="{46B132D1-A051-4784-ACD6-28C32AC40048}" dt="2023-10-06T09:48:49.148" v="689" actId="255"/>
          <ac:spMkLst>
            <pc:docMk/>
            <pc:sldMk cId="3514927063" sldId="312"/>
            <ac:spMk id="3" creationId="{9DD7F3CE-5B5C-C544-9F6C-2C45FFC5F57C}"/>
          </ac:spMkLst>
        </pc:spChg>
        <pc:spChg chg="add del mod">
          <ac:chgData name="Gupta, Vinod" userId="61eddb95-0c75-4cfe-bc35-f6a8248cf072" providerId="ADAL" clId="{46B132D1-A051-4784-ACD6-28C32AC40048}" dt="2023-10-05T05:19:38.875" v="22"/>
          <ac:spMkLst>
            <pc:docMk/>
            <pc:sldMk cId="3514927063" sldId="312"/>
            <ac:spMk id="4" creationId="{3783371E-A798-8ED8-19F6-80E0BA327957}"/>
          </ac:spMkLst>
        </pc:spChg>
        <pc:spChg chg="del">
          <ac:chgData name="Gupta, Vinod" userId="61eddb95-0c75-4cfe-bc35-f6a8248cf072" providerId="ADAL" clId="{46B132D1-A051-4784-ACD6-28C32AC40048}" dt="2023-10-05T05:19:24.231" v="18" actId="21"/>
          <ac:spMkLst>
            <pc:docMk/>
            <pc:sldMk cId="3514927063" sldId="312"/>
            <ac:spMk id="5" creationId="{07F7E051-C3C7-DB41-947C-76B6928B42A8}"/>
          </ac:spMkLst>
        </pc:spChg>
        <pc:spChg chg="mod">
          <ac:chgData name="Gupta, Vinod" userId="61eddb95-0c75-4cfe-bc35-f6a8248cf072" providerId="ADAL" clId="{46B132D1-A051-4784-ACD6-28C32AC40048}" dt="2023-10-05T05:20:08.099" v="27" actId="20577"/>
          <ac:spMkLst>
            <pc:docMk/>
            <pc:sldMk cId="3514927063" sldId="312"/>
            <ac:spMk id="16" creationId="{B86B3275-7F97-B24E-89D0-F9189753E7DB}"/>
          </ac:spMkLst>
        </pc:spChg>
        <pc:spChg chg="del">
          <ac:chgData name="Gupta, Vinod" userId="61eddb95-0c75-4cfe-bc35-f6a8248cf072" providerId="ADAL" clId="{46B132D1-A051-4784-ACD6-28C32AC40048}" dt="2023-10-05T05:18:14.103" v="9" actId="21"/>
          <ac:spMkLst>
            <pc:docMk/>
            <pc:sldMk cId="3514927063" sldId="312"/>
            <ac:spMk id="17" creationId="{0A0E307F-C1D3-464D-BE9B-764D0D6E5341}"/>
          </ac:spMkLst>
        </pc:spChg>
        <pc:picChg chg="add mod">
          <ac:chgData name="Gupta, Vinod" userId="61eddb95-0c75-4cfe-bc35-f6a8248cf072" providerId="ADAL" clId="{46B132D1-A051-4784-ACD6-28C32AC40048}" dt="2023-10-05T05:18:08.656" v="8" actId="1076"/>
          <ac:picMkLst>
            <pc:docMk/>
            <pc:sldMk cId="3514927063" sldId="312"/>
            <ac:picMk id="2" creationId="{46170E07-3442-5B6F-EECD-E264E01C89D7}"/>
          </ac:picMkLst>
        </pc:picChg>
      </pc:sldChg>
      <pc:sldChg chg="del">
        <pc:chgData name="Gupta, Vinod" userId="61eddb95-0c75-4cfe-bc35-f6a8248cf072" providerId="ADAL" clId="{46B132D1-A051-4784-ACD6-28C32AC40048}" dt="2023-10-05T06:49:30.834" v="639" actId="47"/>
        <pc:sldMkLst>
          <pc:docMk/>
          <pc:sldMk cId="725041766" sldId="313"/>
        </pc:sldMkLst>
      </pc:sldChg>
      <pc:sldChg chg="del">
        <pc:chgData name="Gupta, Vinod" userId="61eddb95-0c75-4cfe-bc35-f6a8248cf072" providerId="ADAL" clId="{46B132D1-A051-4784-ACD6-28C32AC40048}" dt="2023-10-05T06:49:29.819" v="637" actId="47"/>
        <pc:sldMkLst>
          <pc:docMk/>
          <pc:sldMk cId="2783266448" sldId="314"/>
        </pc:sldMkLst>
      </pc:sldChg>
      <pc:sldChg chg="del">
        <pc:chgData name="Gupta, Vinod" userId="61eddb95-0c75-4cfe-bc35-f6a8248cf072" providerId="ADAL" clId="{46B132D1-A051-4784-ACD6-28C32AC40048}" dt="2023-10-05T06:49:12.506" v="634" actId="47"/>
        <pc:sldMkLst>
          <pc:docMk/>
          <pc:sldMk cId="1651817642" sldId="315"/>
        </pc:sldMkLst>
      </pc:sldChg>
      <pc:sldChg chg="del">
        <pc:chgData name="Gupta, Vinod" userId="61eddb95-0c75-4cfe-bc35-f6a8248cf072" providerId="ADAL" clId="{46B132D1-A051-4784-ACD6-28C32AC40048}" dt="2023-10-05T06:49:07.342" v="628" actId="47"/>
        <pc:sldMkLst>
          <pc:docMk/>
          <pc:sldMk cId="1062993458" sldId="316"/>
        </pc:sldMkLst>
      </pc:sldChg>
      <pc:sldChg chg="del">
        <pc:chgData name="Gupta, Vinod" userId="61eddb95-0c75-4cfe-bc35-f6a8248cf072" providerId="ADAL" clId="{46B132D1-A051-4784-ACD6-28C32AC40048}" dt="2023-10-05T06:49:00.510" v="620" actId="47"/>
        <pc:sldMkLst>
          <pc:docMk/>
          <pc:sldMk cId="2520428541" sldId="318"/>
        </pc:sldMkLst>
      </pc:sldChg>
      <pc:sldChg chg="del">
        <pc:chgData name="Gupta, Vinod" userId="61eddb95-0c75-4cfe-bc35-f6a8248cf072" providerId="ADAL" clId="{46B132D1-A051-4784-ACD6-28C32AC40048}" dt="2023-10-05T06:49:01.012" v="621" actId="47"/>
        <pc:sldMkLst>
          <pc:docMk/>
          <pc:sldMk cId="3074155458" sldId="319"/>
        </pc:sldMkLst>
      </pc:sldChg>
      <pc:sldChg chg="del">
        <pc:chgData name="Gupta, Vinod" userId="61eddb95-0c75-4cfe-bc35-f6a8248cf072" providerId="ADAL" clId="{46B132D1-A051-4784-ACD6-28C32AC40048}" dt="2023-10-05T05:21:01.758" v="29" actId="47"/>
        <pc:sldMkLst>
          <pc:docMk/>
          <pc:sldMk cId="2000133125" sldId="320"/>
        </pc:sldMkLst>
      </pc:sldChg>
      <pc:sldChg chg="del">
        <pc:chgData name="Gupta, Vinod" userId="61eddb95-0c75-4cfe-bc35-f6a8248cf072" providerId="ADAL" clId="{46B132D1-A051-4784-ACD6-28C32AC40048}" dt="2023-10-05T05:21:02.338" v="30" actId="47"/>
        <pc:sldMkLst>
          <pc:docMk/>
          <pc:sldMk cId="4115039201" sldId="321"/>
        </pc:sldMkLst>
      </pc:sldChg>
      <pc:sldChg chg="del">
        <pc:chgData name="Gupta, Vinod" userId="61eddb95-0c75-4cfe-bc35-f6a8248cf072" providerId="ADAL" clId="{46B132D1-A051-4784-ACD6-28C32AC40048}" dt="2023-10-05T05:21:02.961" v="31" actId="47"/>
        <pc:sldMkLst>
          <pc:docMk/>
          <pc:sldMk cId="2798710349" sldId="322"/>
        </pc:sldMkLst>
      </pc:sldChg>
      <pc:sldChg chg="del">
        <pc:chgData name="Gupta, Vinod" userId="61eddb95-0c75-4cfe-bc35-f6a8248cf072" providerId="ADAL" clId="{46B132D1-A051-4784-ACD6-28C32AC40048}" dt="2023-10-05T06:33:20.636" v="448" actId="2696"/>
        <pc:sldMkLst>
          <pc:docMk/>
          <pc:sldMk cId="3072349241" sldId="323"/>
        </pc:sldMkLst>
      </pc:sldChg>
      <pc:sldChg chg="del">
        <pc:chgData name="Gupta, Vinod" userId="61eddb95-0c75-4cfe-bc35-f6a8248cf072" providerId="ADAL" clId="{46B132D1-A051-4784-ACD6-28C32AC40048}" dt="2023-10-05T06:33:24.706" v="449" actId="2696"/>
        <pc:sldMkLst>
          <pc:docMk/>
          <pc:sldMk cId="3725771924" sldId="324"/>
        </pc:sldMkLst>
      </pc:sldChg>
      <pc:sldChg chg="del">
        <pc:chgData name="Gupta, Vinod" userId="61eddb95-0c75-4cfe-bc35-f6a8248cf072" providerId="ADAL" clId="{46B132D1-A051-4784-ACD6-28C32AC40048}" dt="2023-10-05T06:48:51.797" v="613" actId="2696"/>
        <pc:sldMkLst>
          <pc:docMk/>
          <pc:sldMk cId="391522945" sldId="325"/>
        </pc:sldMkLst>
      </pc:sldChg>
      <pc:sldChg chg="del">
        <pc:chgData name="Gupta, Vinod" userId="61eddb95-0c75-4cfe-bc35-f6a8248cf072" providerId="ADAL" clId="{46B132D1-A051-4784-ACD6-28C32AC40048}" dt="2023-10-05T06:48:54.911" v="614" actId="47"/>
        <pc:sldMkLst>
          <pc:docMk/>
          <pc:sldMk cId="695947730" sldId="326"/>
        </pc:sldMkLst>
      </pc:sldChg>
      <pc:sldChg chg="del">
        <pc:chgData name="Gupta, Vinod" userId="61eddb95-0c75-4cfe-bc35-f6a8248cf072" providerId="ADAL" clId="{46B132D1-A051-4784-ACD6-28C32AC40048}" dt="2023-10-05T06:48:55.560" v="615" actId="47"/>
        <pc:sldMkLst>
          <pc:docMk/>
          <pc:sldMk cId="2321548031" sldId="327"/>
        </pc:sldMkLst>
      </pc:sldChg>
      <pc:sldChg chg="del">
        <pc:chgData name="Gupta, Vinod" userId="61eddb95-0c75-4cfe-bc35-f6a8248cf072" providerId="ADAL" clId="{46B132D1-A051-4784-ACD6-28C32AC40048}" dt="2023-10-05T06:49:32.331" v="643" actId="47"/>
        <pc:sldMkLst>
          <pc:docMk/>
          <pc:sldMk cId="904447862" sldId="328"/>
        </pc:sldMkLst>
      </pc:sldChg>
      <pc:sldChg chg="del">
        <pc:chgData name="Gupta, Vinod" userId="61eddb95-0c75-4cfe-bc35-f6a8248cf072" providerId="ADAL" clId="{46B132D1-A051-4784-ACD6-28C32AC40048}" dt="2023-10-05T06:49:32.547" v="644" actId="47"/>
        <pc:sldMkLst>
          <pc:docMk/>
          <pc:sldMk cId="2435274236" sldId="329"/>
        </pc:sldMkLst>
      </pc:sldChg>
      <pc:sldChg chg="del">
        <pc:chgData name="Gupta, Vinod" userId="61eddb95-0c75-4cfe-bc35-f6a8248cf072" providerId="ADAL" clId="{46B132D1-A051-4784-ACD6-28C32AC40048}" dt="2023-10-05T06:48:56.408" v="616" actId="47"/>
        <pc:sldMkLst>
          <pc:docMk/>
          <pc:sldMk cId="867139542" sldId="330"/>
        </pc:sldMkLst>
      </pc:sldChg>
      <pc:sldChg chg="del">
        <pc:chgData name="Gupta, Vinod" userId="61eddb95-0c75-4cfe-bc35-f6a8248cf072" providerId="ADAL" clId="{46B132D1-A051-4784-ACD6-28C32AC40048}" dt="2023-10-05T06:49:30.332" v="638" actId="47"/>
        <pc:sldMkLst>
          <pc:docMk/>
          <pc:sldMk cId="3950749664" sldId="331"/>
        </pc:sldMkLst>
      </pc:sldChg>
      <pc:sldChg chg="addSp delSp modSp new mod">
        <pc:chgData name="Gupta, Vinod" userId="61eddb95-0c75-4cfe-bc35-f6a8248cf072" providerId="ADAL" clId="{46B132D1-A051-4784-ACD6-28C32AC40048}" dt="2023-10-05T05:31:22.253" v="108" actId="21"/>
        <pc:sldMkLst>
          <pc:docMk/>
          <pc:sldMk cId="1540857023" sldId="332"/>
        </pc:sldMkLst>
        <pc:spChg chg="del">
          <ac:chgData name="Gupta, Vinod" userId="61eddb95-0c75-4cfe-bc35-f6a8248cf072" providerId="ADAL" clId="{46B132D1-A051-4784-ACD6-28C32AC40048}" dt="2023-10-05T05:31:22.253" v="108" actId="21"/>
          <ac:spMkLst>
            <pc:docMk/>
            <pc:sldMk cId="1540857023" sldId="332"/>
            <ac:spMk id="2" creationId="{02893542-4A6B-701D-2DF6-0A3C2740E61D}"/>
          </ac:spMkLst>
        </pc:spChg>
        <pc:spChg chg="del">
          <ac:chgData name="Gupta, Vinod" userId="61eddb95-0c75-4cfe-bc35-f6a8248cf072" providerId="ADAL" clId="{46B132D1-A051-4784-ACD6-28C32AC40048}" dt="2023-10-05T05:24:05.273" v="56" actId="21"/>
          <ac:spMkLst>
            <pc:docMk/>
            <pc:sldMk cId="1540857023" sldId="332"/>
            <ac:spMk id="4" creationId="{B9094385-DA3B-E78A-7629-ABF2EB2F2BE4}"/>
          </ac:spMkLst>
        </pc:spChg>
        <pc:spChg chg="mod">
          <ac:chgData name="Gupta, Vinod" userId="61eddb95-0c75-4cfe-bc35-f6a8248cf072" providerId="ADAL" clId="{46B132D1-A051-4784-ACD6-28C32AC40048}" dt="2023-10-05T05:24:35.069" v="60" actId="14100"/>
          <ac:spMkLst>
            <pc:docMk/>
            <pc:sldMk cId="1540857023" sldId="332"/>
            <ac:spMk id="5" creationId="{5B2C87FF-BA39-7AC9-6F2C-99E26A34CA61}"/>
          </ac:spMkLst>
        </pc:spChg>
        <pc:spChg chg="del mod">
          <ac:chgData name="Gupta, Vinod" userId="61eddb95-0c75-4cfe-bc35-f6a8248cf072" providerId="ADAL" clId="{46B132D1-A051-4784-ACD6-28C32AC40048}" dt="2023-10-05T05:24:54.210" v="64" actId="478"/>
          <ac:spMkLst>
            <pc:docMk/>
            <pc:sldMk cId="1540857023" sldId="332"/>
            <ac:spMk id="6" creationId="{2632047F-6D82-DD45-2151-0E243695DA9C}"/>
          </ac:spMkLst>
        </pc:spChg>
        <pc:spChg chg="add mod">
          <ac:chgData name="Gupta, Vinod" userId="61eddb95-0c75-4cfe-bc35-f6a8248cf072" providerId="ADAL" clId="{46B132D1-A051-4784-ACD6-28C32AC40048}" dt="2023-10-05T05:29:29.161" v="90" actId="21"/>
          <ac:spMkLst>
            <pc:docMk/>
            <pc:sldMk cId="1540857023" sldId="332"/>
            <ac:spMk id="7" creationId="{A2012EB5-DE57-91F8-D199-DEC3CDF94E73}"/>
          </ac:spMkLst>
        </pc:spChg>
      </pc:sldChg>
      <pc:sldChg chg="del">
        <pc:chgData name="Gupta, Vinod" userId="61eddb95-0c75-4cfe-bc35-f6a8248cf072" providerId="ADAL" clId="{46B132D1-A051-4784-ACD6-28C32AC40048}" dt="2023-10-05T05:13:26.552" v="5" actId="47"/>
        <pc:sldMkLst>
          <pc:docMk/>
          <pc:sldMk cId="3582220399" sldId="332"/>
        </pc:sldMkLst>
      </pc:sldChg>
      <pc:sldChg chg="delSp modSp new mod">
        <pc:chgData name="Gupta, Vinod" userId="61eddb95-0c75-4cfe-bc35-f6a8248cf072" providerId="ADAL" clId="{46B132D1-A051-4784-ACD6-28C32AC40048}" dt="2023-10-05T06:46:40.103" v="560"/>
        <pc:sldMkLst>
          <pc:docMk/>
          <pc:sldMk cId="2044894501" sldId="333"/>
        </pc:sldMkLst>
        <pc:spChg chg="del">
          <ac:chgData name="Gupta, Vinod" userId="61eddb95-0c75-4cfe-bc35-f6a8248cf072" providerId="ADAL" clId="{46B132D1-A051-4784-ACD6-28C32AC40048}" dt="2023-10-05T05:31:17.683" v="107" actId="21"/>
          <ac:spMkLst>
            <pc:docMk/>
            <pc:sldMk cId="2044894501" sldId="333"/>
            <ac:spMk id="2" creationId="{748495F9-69F5-0450-FEAA-B59FAFD7A6C5}"/>
          </ac:spMkLst>
        </pc:spChg>
        <pc:spChg chg="del">
          <ac:chgData name="Gupta, Vinod" userId="61eddb95-0c75-4cfe-bc35-f6a8248cf072" providerId="ADAL" clId="{46B132D1-A051-4784-ACD6-28C32AC40048}" dt="2023-10-05T05:27:26.519" v="89" actId="21"/>
          <ac:spMkLst>
            <pc:docMk/>
            <pc:sldMk cId="2044894501" sldId="333"/>
            <ac:spMk id="4" creationId="{9F4A0E6C-7400-2577-7A92-7A2F4D41D665}"/>
          </ac:spMkLst>
        </pc:spChg>
        <pc:spChg chg="mod">
          <ac:chgData name="Gupta, Vinod" userId="61eddb95-0c75-4cfe-bc35-f6a8248cf072" providerId="ADAL" clId="{46B132D1-A051-4784-ACD6-28C32AC40048}" dt="2023-10-05T06:46:40.103" v="560"/>
          <ac:spMkLst>
            <pc:docMk/>
            <pc:sldMk cId="2044894501" sldId="333"/>
            <ac:spMk id="5" creationId="{641B6EF1-56B3-EC00-34D7-3288CB1CE00C}"/>
          </ac:spMkLst>
        </pc:spChg>
        <pc:spChg chg="mod">
          <ac:chgData name="Gupta, Vinod" userId="61eddb95-0c75-4cfe-bc35-f6a8248cf072" providerId="ADAL" clId="{46B132D1-A051-4784-ACD6-28C32AC40048}" dt="2023-10-05T05:31:55.762" v="111" actId="15"/>
          <ac:spMkLst>
            <pc:docMk/>
            <pc:sldMk cId="2044894501" sldId="333"/>
            <ac:spMk id="6" creationId="{21F2EBE7-B4EB-B2AC-CDC2-EDEF79EA3CEE}"/>
          </ac:spMkLst>
        </pc:spChg>
      </pc:sldChg>
      <pc:sldChg chg="addSp delSp modSp new mod">
        <pc:chgData name="Gupta, Vinod" userId="61eddb95-0c75-4cfe-bc35-f6a8248cf072" providerId="ADAL" clId="{46B132D1-A051-4784-ACD6-28C32AC40048}" dt="2023-10-05T05:41:07.897" v="148" actId="20577"/>
        <pc:sldMkLst>
          <pc:docMk/>
          <pc:sldMk cId="699357621" sldId="334"/>
        </pc:sldMkLst>
        <pc:spChg chg="del">
          <ac:chgData name="Gupta, Vinod" userId="61eddb95-0c75-4cfe-bc35-f6a8248cf072" providerId="ADAL" clId="{46B132D1-A051-4784-ACD6-28C32AC40048}" dt="2023-10-05T05:31:12.863" v="106" actId="21"/>
          <ac:spMkLst>
            <pc:docMk/>
            <pc:sldMk cId="699357621" sldId="334"/>
            <ac:spMk id="2" creationId="{F7727B2A-FC06-57AF-57BB-DC584BD15616}"/>
          </ac:spMkLst>
        </pc:spChg>
        <pc:spChg chg="del">
          <ac:chgData name="Gupta, Vinod" userId="61eddb95-0c75-4cfe-bc35-f6a8248cf072" providerId="ADAL" clId="{46B132D1-A051-4784-ACD6-28C32AC40048}" dt="2023-10-05T05:30:45.663" v="99" actId="21"/>
          <ac:spMkLst>
            <pc:docMk/>
            <pc:sldMk cId="699357621" sldId="334"/>
            <ac:spMk id="4" creationId="{F28D5B3D-9E10-4BC4-EF52-87E9A158CA14}"/>
          </ac:spMkLst>
        </pc:spChg>
        <pc:spChg chg="mod">
          <ac:chgData name="Gupta, Vinod" userId="61eddb95-0c75-4cfe-bc35-f6a8248cf072" providerId="ADAL" clId="{46B132D1-A051-4784-ACD6-28C32AC40048}" dt="2023-10-05T05:30:57.587" v="102" actId="14100"/>
          <ac:spMkLst>
            <pc:docMk/>
            <pc:sldMk cId="699357621" sldId="334"/>
            <ac:spMk id="5" creationId="{65AF0FBB-55A7-B211-C812-25F1ECA02A50}"/>
          </ac:spMkLst>
        </pc:spChg>
        <pc:spChg chg="del mod">
          <ac:chgData name="Gupta, Vinod" userId="61eddb95-0c75-4cfe-bc35-f6a8248cf072" providerId="ADAL" clId="{46B132D1-A051-4784-ACD6-28C32AC40048}" dt="2023-10-05T05:32:19.734" v="113" actId="478"/>
          <ac:spMkLst>
            <pc:docMk/>
            <pc:sldMk cId="699357621" sldId="334"/>
            <ac:spMk id="6" creationId="{48A6E2CC-6209-C193-1F54-516B8481AD22}"/>
          </ac:spMkLst>
        </pc:spChg>
        <pc:spChg chg="add del mod">
          <ac:chgData name="Gupta, Vinod" userId="61eddb95-0c75-4cfe-bc35-f6a8248cf072" providerId="ADAL" clId="{46B132D1-A051-4784-ACD6-28C32AC40048}" dt="2023-10-05T05:32:22.725" v="114" actId="478"/>
          <ac:spMkLst>
            <pc:docMk/>
            <pc:sldMk cId="699357621" sldId="334"/>
            <ac:spMk id="8" creationId="{2C57C4A3-1173-8132-E3F9-443A04BC8CE7}"/>
          </ac:spMkLst>
        </pc:spChg>
        <pc:spChg chg="add mod">
          <ac:chgData name="Gupta, Vinod" userId="61eddb95-0c75-4cfe-bc35-f6a8248cf072" providerId="ADAL" clId="{46B132D1-A051-4784-ACD6-28C32AC40048}" dt="2023-10-05T05:41:07.897" v="148" actId="20577"/>
          <ac:spMkLst>
            <pc:docMk/>
            <pc:sldMk cId="699357621" sldId="334"/>
            <ac:spMk id="9" creationId="{76285376-D02E-F8EC-A52A-721BD4068293}"/>
          </ac:spMkLst>
        </pc:spChg>
      </pc:sldChg>
      <pc:sldChg chg="addSp delSp modSp new mod ord">
        <pc:chgData name="Gupta, Vinod" userId="61eddb95-0c75-4cfe-bc35-f6a8248cf072" providerId="ADAL" clId="{46B132D1-A051-4784-ACD6-28C32AC40048}" dt="2023-10-06T07:03:55.629" v="664"/>
        <pc:sldMkLst>
          <pc:docMk/>
          <pc:sldMk cId="4234281761" sldId="335"/>
        </pc:sldMkLst>
        <pc:spChg chg="del">
          <ac:chgData name="Gupta, Vinod" userId="61eddb95-0c75-4cfe-bc35-f6a8248cf072" providerId="ADAL" clId="{46B132D1-A051-4784-ACD6-28C32AC40048}" dt="2023-10-05T06:00:47.360" v="324" actId="21"/>
          <ac:spMkLst>
            <pc:docMk/>
            <pc:sldMk cId="4234281761" sldId="335"/>
            <ac:spMk id="2" creationId="{3A1662DE-F86E-A84A-7D95-AB90FE743D73}"/>
          </ac:spMkLst>
        </pc:spChg>
        <pc:spChg chg="del">
          <ac:chgData name="Gupta, Vinod" userId="61eddb95-0c75-4cfe-bc35-f6a8248cf072" providerId="ADAL" clId="{46B132D1-A051-4784-ACD6-28C32AC40048}" dt="2023-10-05T05:50:24.478" v="224" actId="21"/>
          <ac:spMkLst>
            <pc:docMk/>
            <pc:sldMk cId="4234281761" sldId="335"/>
            <ac:spMk id="4" creationId="{CED8DF25-02FC-D818-9D3F-A9127A04C873}"/>
          </ac:spMkLst>
        </pc:spChg>
        <pc:spChg chg="mod">
          <ac:chgData name="Gupta, Vinod" userId="61eddb95-0c75-4cfe-bc35-f6a8248cf072" providerId="ADAL" clId="{46B132D1-A051-4784-ACD6-28C32AC40048}" dt="2023-10-05T05:50:39.834" v="227" actId="14100"/>
          <ac:spMkLst>
            <pc:docMk/>
            <pc:sldMk cId="4234281761" sldId="335"/>
            <ac:spMk id="5" creationId="{79ACD540-7E48-5F26-CE68-5EE416C248A4}"/>
          </ac:spMkLst>
        </pc:spChg>
        <pc:spChg chg="add mod">
          <ac:chgData name="Gupta, Vinod" userId="61eddb95-0c75-4cfe-bc35-f6a8248cf072" providerId="ADAL" clId="{46B132D1-A051-4784-ACD6-28C32AC40048}" dt="2023-10-05T05:57:17.310" v="283" actId="1076"/>
          <ac:spMkLst>
            <pc:docMk/>
            <pc:sldMk cId="4234281761" sldId="335"/>
            <ac:spMk id="6" creationId="{80FCBBD9-4463-0078-BCF2-702582621365}"/>
          </ac:spMkLst>
        </pc:spChg>
        <pc:spChg chg="add mod">
          <ac:chgData name="Gupta, Vinod" userId="61eddb95-0c75-4cfe-bc35-f6a8248cf072" providerId="ADAL" clId="{46B132D1-A051-4784-ACD6-28C32AC40048}" dt="2023-10-05T05:57:21.692" v="284" actId="1076"/>
          <ac:spMkLst>
            <pc:docMk/>
            <pc:sldMk cId="4234281761" sldId="335"/>
            <ac:spMk id="7" creationId="{0F9595A7-A9B6-C603-3702-E52335FC09C1}"/>
          </ac:spMkLst>
        </pc:spChg>
        <pc:spChg chg="add del mod">
          <ac:chgData name="Gupta, Vinod" userId="61eddb95-0c75-4cfe-bc35-f6a8248cf072" providerId="ADAL" clId="{46B132D1-A051-4784-ACD6-28C32AC40048}" dt="2023-10-05T05:53:17.570" v="237" actId="21"/>
          <ac:spMkLst>
            <pc:docMk/>
            <pc:sldMk cId="4234281761" sldId="335"/>
            <ac:spMk id="9" creationId="{74B71580-366B-6E36-ACA6-8591F2696C8C}"/>
          </ac:spMkLst>
        </pc:spChg>
        <pc:spChg chg="add del mod">
          <ac:chgData name="Gupta, Vinod" userId="61eddb95-0c75-4cfe-bc35-f6a8248cf072" providerId="ADAL" clId="{46B132D1-A051-4784-ACD6-28C32AC40048}" dt="2023-10-05T05:53:53.231" v="241"/>
          <ac:spMkLst>
            <pc:docMk/>
            <pc:sldMk cId="4234281761" sldId="335"/>
            <ac:spMk id="11" creationId="{5F849F63-C442-1AA3-C324-DE7317E8A100}"/>
          </ac:spMkLst>
        </pc:spChg>
        <pc:spChg chg="add del">
          <ac:chgData name="Gupta, Vinod" userId="61eddb95-0c75-4cfe-bc35-f6a8248cf072" providerId="ADAL" clId="{46B132D1-A051-4784-ACD6-28C32AC40048}" dt="2023-10-05T05:53:55.556" v="243" actId="22"/>
          <ac:spMkLst>
            <pc:docMk/>
            <pc:sldMk cId="4234281761" sldId="335"/>
            <ac:spMk id="13" creationId="{BB0EC172-3B99-1957-731E-BAA52CA32C81}"/>
          </ac:spMkLst>
        </pc:spChg>
        <pc:spChg chg="add mod">
          <ac:chgData name="Gupta, Vinod" userId="61eddb95-0c75-4cfe-bc35-f6a8248cf072" providerId="ADAL" clId="{46B132D1-A051-4784-ACD6-28C32AC40048}" dt="2023-10-05T05:58:19.298" v="293" actId="1076"/>
          <ac:spMkLst>
            <pc:docMk/>
            <pc:sldMk cId="4234281761" sldId="335"/>
            <ac:spMk id="14" creationId="{2483A5BB-7FD8-0D5C-8C29-58A09173C31D}"/>
          </ac:spMkLst>
        </pc:spChg>
        <pc:spChg chg="add mod">
          <ac:chgData name="Gupta, Vinod" userId="61eddb95-0c75-4cfe-bc35-f6a8248cf072" providerId="ADAL" clId="{46B132D1-A051-4784-ACD6-28C32AC40048}" dt="2023-10-05T05:57:48.565" v="287" actId="1076"/>
          <ac:spMkLst>
            <pc:docMk/>
            <pc:sldMk cId="4234281761" sldId="335"/>
            <ac:spMk id="16" creationId="{A85D2C95-E9B1-393C-C756-82A4574979A1}"/>
          </ac:spMkLst>
        </pc:spChg>
        <pc:spChg chg="add del mod">
          <ac:chgData name="Gupta, Vinod" userId="61eddb95-0c75-4cfe-bc35-f6a8248cf072" providerId="ADAL" clId="{46B132D1-A051-4784-ACD6-28C32AC40048}" dt="2023-10-05T05:54:33.614" v="250"/>
          <ac:spMkLst>
            <pc:docMk/>
            <pc:sldMk cId="4234281761" sldId="335"/>
            <ac:spMk id="17" creationId="{168D00A2-8ADF-A35C-ADDB-0B9448516393}"/>
          </ac:spMkLst>
        </pc:spChg>
        <pc:spChg chg="add mod">
          <ac:chgData name="Gupta, Vinod" userId="61eddb95-0c75-4cfe-bc35-f6a8248cf072" providerId="ADAL" clId="{46B132D1-A051-4784-ACD6-28C32AC40048}" dt="2023-10-05T05:54:37.972" v="251"/>
          <ac:spMkLst>
            <pc:docMk/>
            <pc:sldMk cId="4234281761" sldId="335"/>
            <ac:spMk id="18" creationId="{39C0F12C-D768-8A5B-BA6E-895C7793ADAC}"/>
          </ac:spMkLst>
        </pc:spChg>
        <pc:spChg chg="mod">
          <ac:chgData name="Gupta, Vinod" userId="61eddb95-0c75-4cfe-bc35-f6a8248cf072" providerId="ADAL" clId="{46B132D1-A051-4784-ACD6-28C32AC40048}" dt="2023-10-05T05:55:02.607" v="254"/>
          <ac:spMkLst>
            <pc:docMk/>
            <pc:sldMk cId="4234281761" sldId="335"/>
            <ac:spMk id="20" creationId="{0C00654C-D4FE-C977-CC89-61F9640D4FA0}"/>
          </ac:spMkLst>
        </pc:spChg>
        <pc:spChg chg="mod">
          <ac:chgData name="Gupta, Vinod" userId="61eddb95-0c75-4cfe-bc35-f6a8248cf072" providerId="ADAL" clId="{46B132D1-A051-4784-ACD6-28C32AC40048}" dt="2023-10-05T05:55:02.607" v="254"/>
          <ac:spMkLst>
            <pc:docMk/>
            <pc:sldMk cId="4234281761" sldId="335"/>
            <ac:spMk id="21" creationId="{E8D85FF6-86E9-DB76-E15B-A02B82012A37}"/>
          </ac:spMkLst>
        </pc:spChg>
        <pc:spChg chg="add del mod">
          <ac:chgData name="Gupta, Vinod" userId="61eddb95-0c75-4cfe-bc35-f6a8248cf072" providerId="ADAL" clId="{46B132D1-A051-4784-ACD6-28C32AC40048}" dt="2023-10-05T05:58:55.266" v="297" actId="21"/>
          <ac:spMkLst>
            <pc:docMk/>
            <pc:sldMk cId="4234281761" sldId="335"/>
            <ac:spMk id="22" creationId="{737C59E4-7A97-A6F1-CBF0-78320C8D58D7}"/>
          </ac:spMkLst>
        </pc:spChg>
        <pc:spChg chg="mod">
          <ac:chgData name="Gupta, Vinod" userId="61eddb95-0c75-4cfe-bc35-f6a8248cf072" providerId="ADAL" clId="{46B132D1-A051-4784-ACD6-28C32AC40048}" dt="2023-10-05T05:55:35.086" v="259"/>
          <ac:spMkLst>
            <pc:docMk/>
            <pc:sldMk cId="4234281761" sldId="335"/>
            <ac:spMk id="24" creationId="{4FF3C860-B8B7-63DF-F636-1F361626043A}"/>
          </ac:spMkLst>
        </pc:spChg>
        <pc:spChg chg="mod">
          <ac:chgData name="Gupta, Vinod" userId="61eddb95-0c75-4cfe-bc35-f6a8248cf072" providerId="ADAL" clId="{46B132D1-A051-4784-ACD6-28C32AC40048}" dt="2023-10-05T05:55:35.086" v="259"/>
          <ac:spMkLst>
            <pc:docMk/>
            <pc:sldMk cId="4234281761" sldId="335"/>
            <ac:spMk id="25" creationId="{DCE0174F-66C1-6A42-42DB-9665D2FA694D}"/>
          </ac:spMkLst>
        </pc:spChg>
        <pc:spChg chg="add del mod">
          <ac:chgData name="Gupta, Vinod" userId="61eddb95-0c75-4cfe-bc35-f6a8248cf072" providerId="ADAL" clId="{46B132D1-A051-4784-ACD6-28C32AC40048}" dt="2023-10-05T05:58:39.957" v="295" actId="21"/>
          <ac:spMkLst>
            <pc:docMk/>
            <pc:sldMk cId="4234281761" sldId="335"/>
            <ac:spMk id="26" creationId="{17BF404C-B5FD-0D7C-5D16-C28C08FDDBF8}"/>
          </ac:spMkLst>
        </pc:spChg>
        <pc:spChg chg="mod">
          <ac:chgData name="Gupta, Vinod" userId="61eddb95-0c75-4cfe-bc35-f6a8248cf072" providerId="ADAL" clId="{46B132D1-A051-4784-ACD6-28C32AC40048}" dt="2023-10-05T05:56:26.791" v="274"/>
          <ac:spMkLst>
            <pc:docMk/>
            <pc:sldMk cId="4234281761" sldId="335"/>
            <ac:spMk id="28" creationId="{C6C681FB-0176-55EC-115D-FF2BFF052B78}"/>
          </ac:spMkLst>
        </pc:spChg>
        <pc:spChg chg="mod">
          <ac:chgData name="Gupta, Vinod" userId="61eddb95-0c75-4cfe-bc35-f6a8248cf072" providerId="ADAL" clId="{46B132D1-A051-4784-ACD6-28C32AC40048}" dt="2023-10-05T05:56:26.791" v="274"/>
          <ac:spMkLst>
            <pc:docMk/>
            <pc:sldMk cId="4234281761" sldId="335"/>
            <ac:spMk id="29" creationId="{0093B28D-9D82-D92F-C15B-799DF88899E0}"/>
          </ac:spMkLst>
        </pc:spChg>
        <pc:spChg chg="add del mod">
          <ac:chgData name="Gupta, Vinod" userId="61eddb95-0c75-4cfe-bc35-f6a8248cf072" providerId="ADAL" clId="{46B132D1-A051-4784-ACD6-28C32AC40048}" dt="2023-10-05T05:58:47.985" v="296" actId="21"/>
          <ac:spMkLst>
            <pc:docMk/>
            <pc:sldMk cId="4234281761" sldId="335"/>
            <ac:spMk id="30" creationId="{B7A90660-8961-E0B3-0C5A-D62D5B9AEADF}"/>
          </ac:spMkLst>
        </pc:spChg>
        <pc:spChg chg="add mod">
          <ac:chgData name="Gupta, Vinod" userId="61eddb95-0c75-4cfe-bc35-f6a8248cf072" providerId="ADAL" clId="{46B132D1-A051-4784-ACD6-28C32AC40048}" dt="2023-10-05T06:00:20.190" v="321" actId="1076"/>
          <ac:spMkLst>
            <pc:docMk/>
            <pc:sldMk cId="4234281761" sldId="335"/>
            <ac:spMk id="31" creationId="{DD289516-CC18-C414-371C-3F2B2DC4B163}"/>
          </ac:spMkLst>
        </pc:spChg>
        <pc:spChg chg="mod">
          <ac:chgData name="Gupta, Vinod" userId="61eddb95-0c75-4cfe-bc35-f6a8248cf072" providerId="ADAL" clId="{46B132D1-A051-4784-ACD6-28C32AC40048}" dt="2023-10-05T05:59:01.323" v="298"/>
          <ac:spMkLst>
            <pc:docMk/>
            <pc:sldMk cId="4234281761" sldId="335"/>
            <ac:spMk id="33" creationId="{96402269-97E1-F648-FF71-62963D87AC40}"/>
          </ac:spMkLst>
        </pc:spChg>
        <pc:spChg chg="mod">
          <ac:chgData name="Gupta, Vinod" userId="61eddb95-0c75-4cfe-bc35-f6a8248cf072" providerId="ADAL" clId="{46B132D1-A051-4784-ACD6-28C32AC40048}" dt="2023-10-05T05:59:01.323" v="298"/>
          <ac:spMkLst>
            <pc:docMk/>
            <pc:sldMk cId="4234281761" sldId="335"/>
            <ac:spMk id="34" creationId="{75581005-AEE7-7FA4-2934-83C1D9F78247}"/>
          </ac:spMkLst>
        </pc:spChg>
        <pc:spChg chg="add mod">
          <ac:chgData name="Gupta, Vinod" userId="61eddb95-0c75-4cfe-bc35-f6a8248cf072" providerId="ADAL" clId="{46B132D1-A051-4784-ACD6-28C32AC40048}" dt="2023-10-05T05:59:17.989" v="301" actId="1076"/>
          <ac:spMkLst>
            <pc:docMk/>
            <pc:sldMk cId="4234281761" sldId="335"/>
            <ac:spMk id="35" creationId="{95E152C7-FCF3-7CCF-8536-61B06B9C4A72}"/>
          </ac:spMkLst>
        </pc:spChg>
        <pc:spChg chg="add mod">
          <ac:chgData name="Gupta, Vinod" userId="61eddb95-0c75-4cfe-bc35-f6a8248cf072" providerId="ADAL" clId="{46B132D1-A051-4784-ACD6-28C32AC40048}" dt="2023-10-05T05:59:59.522" v="317" actId="1036"/>
          <ac:spMkLst>
            <pc:docMk/>
            <pc:sldMk cId="4234281761" sldId="335"/>
            <ac:spMk id="36" creationId="{12FFEBD3-2498-E30C-98A7-8B56A617C33D}"/>
          </ac:spMkLst>
        </pc:spChg>
        <pc:spChg chg="add mod">
          <ac:chgData name="Gupta, Vinod" userId="61eddb95-0c75-4cfe-bc35-f6a8248cf072" providerId="ADAL" clId="{46B132D1-A051-4784-ACD6-28C32AC40048}" dt="2023-10-05T06:00:14.710" v="319" actId="1076"/>
          <ac:spMkLst>
            <pc:docMk/>
            <pc:sldMk cId="4234281761" sldId="335"/>
            <ac:spMk id="37" creationId="{D37ED673-1254-4331-F63B-134F28F0DC6E}"/>
          </ac:spMkLst>
        </pc:spChg>
        <pc:spChg chg="add mod">
          <ac:chgData name="Gupta, Vinod" userId="61eddb95-0c75-4cfe-bc35-f6a8248cf072" providerId="ADAL" clId="{46B132D1-A051-4784-ACD6-28C32AC40048}" dt="2023-10-05T06:00:41.066" v="323" actId="1076"/>
          <ac:spMkLst>
            <pc:docMk/>
            <pc:sldMk cId="4234281761" sldId="335"/>
            <ac:spMk id="38" creationId="{47ED6288-4DAC-4351-1910-0F660DE35EF2}"/>
          </ac:spMkLst>
        </pc:spChg>
        <pc:grpChg chg="add mod">
          <ac:chgData name="Gupta, Vinod" userId="61eddb95-0c75-4cfe-bc35-f6a8248cf072" providerId="ADAL" clId="{46B132D1-A051-4784-ACD6-28C32AC40048}" dt="2023-10-05T05:58:08.473" v="291" actId="1076"/>
          <ac:grpSpMkLst>
            <pc:docMk/>
            <pc:sldMk cId="4234281761" sldId="335"/>
            <ac:grpSpMk id="19" creationId="{12127B35-01D2-917A-C408-D2D78E8534B4}"/>
          </ac:grpSpMkLst>
        </pc:grpChg>
        <pc:grpChg chg="add mod">
          <ac:chgData name="Gupta, Vinod" userId="61eddb95-0c75-4cfe-bc35-f6a8248cf072" providerId="ADAL" clId="{46B132D1-A051-4784-ACD6-28C32AC40048}" dt="2023-10-05T05:58:01.915" v="289" actId="1076"/>
          <ac:grpSpMkLst>
            <pc:docMk/>
            <pc:sldMk cId="4234281761" sldId="335"/>
            <ac:grpSpMk id="23" creationId="{1D9F1CC0-91AE-2E46-B5EA-113D8D540330}"/>
          </ac:grpSpMkLst>
        </pc:grpChg>
        <pc:grpChg chg="add mod">
          <ac:chgData name="Gupta, Vinod" userId="61eddb95-0c75-4cfe-bc35-f6a8248cf072" providerId="ADAL" clId="{46B132D1-A051-4784-ACD6-28C32AC40048}" dt="2023-10-05T05:58:04.576" v="290" actId="1076"/>
          <ac:grpSpMkLst>
            <pc:docMk/>
            <pc:sldMk cId="4234281761" sldId="335"/>
            <ac:grpSpMk id="27" creationId="{B636CD59-0ADB-1125-62BB-C6DC0513BB97}"/>
          </ac:grpSpMkLst>
        </pc:grpChg>
        <pc:grpChg chg="add del mod">
          <ac:chgData name="Gupta, Vinod" userId="61eddb95-0c75-4cfe-bc35-f6a8248cf072" providerId="ADAL" clId="{46B132D1-A051-4784-ACD6-28C32AC40048}" dt="2023-10-05T05:59:02.678" v="299"/>
          <ac:grpSpMkLst>
            <pc:docMk/>
            <pc:sldMk cId="4234281761" sldId="335"/>
            <ac:grpSpMk id="32" creationId="{A726A66C-D088-0FBC-7CB0-8FB7522D813D}"/>
          </ac:grpSpMkLst>
        </pc:grpChg>
        <pc:graphicFrameChg chg="add del mod modGraphic">
          <ac:chgData name="Gupta, Vinod" userId="61eddb95-0c75-4cfe-bc35-f6a8248cf072" providerId="ADAL" clId="{46B132D1-A051-4784-ACD6-28C32AC40048}" dt="2023-10-05T05:53:14.620" v="236" actId="21"/>
          <ac:graphicFrameMkLst>
            <pc:docMk/>
            <pc:sldMk cId="4234281761" sldId="335"/>
            <ac:graphicFrameMk id="8" creationId="{9101E559-6C71-84AB-49F0-EA026CDE1605}"/>
          </ac:graphicFrameMkLst>
        </pc:graphicFrameChg>
        <pc:graphicFrameChg chg="add del mod">
          <ac:chgData name="Gupta, Vinod" userId="61eddb95-0c75-4cfe-bc35-f6a8248cf072" providerId="ADAL" clId="{46B132D1-A051-4784-ACD6-28C32AC40048}" dt="2023-10-05T05:53:32.596" v="239"/>
          <ac:graphicFrameMkLst>
            <pc:docMk/>
            <pc:sldMk cId="4234281761" sldId="335"/>
            <ac:graphicFrameMk id="10" creationId="{6B95220E-FC81-A6AA-A2F3-8391C53D2247}"/>
          </ac:graphicFrameMkLst>
        </pc:graphicFrameChg>
        <pc:graphicFrameChg chg="add mod modGraphic">
          <ac:chgData name="Gupta, Vinod" userId="61eddb95-0c75-4cfe-bc35-f6a8248cf072" providerId="ADAL" clId="{46B132D1-A051-4784-ACD6-28C32AC40048}" dt="2023-10-05T05:56:02.626" v="270" actId="14100"/>
          <ac:graphicFrameMkLst>
            <pc:docMk/>
            <pc:sldMk cId="4234281761" sldId="335"/>
            <ac:graphicFrameMk id="15" creationId="{4A739EDB-8D87-E64F-7DFA-7AEEE4196F91}"/>
          </ac:graphicFrameMkLst>
        </pc:graphicFrameChg>
      </pc:sldChg>
      <pc:sldChg chg="addSp delSp modSp new mod ord">
        <pc:chgData name="Gupta, Vinod" userId="61eddb95-0c75-4cfe-bc35-f6a8248cf072" providerId="ADAL" clId="{46B132D1-A051-4784-ACD6-28C32AC40048}" dt="2023-10-06T07:03:55.629" v="664"/>
        <pc:sldMkLst>
          <pc:docMk/>
          <pc:sldMk cId="2119119525" sldId="336"/>
        </pc:sldMkLst>
        <pc:spChg chg="del">
          <ac:chgData name="Gupta, Vinod" userId="61eddb95-0c75-4cfe-bc35-f6a8248cf072" providerId="ADAL" clId="{46B132D1-A051-4784-ACD6-28C32AC40048}" dt="2023-10-05T06:01:11.392" v="327" actId="21"/>
          <ac:spMkLst>
            <pc:docMk/>
            <pc:sldMk cId="2119119525" sldId="336"/>
            <ac:spMk id="2" creationId="{2AA279B1-BBEB-ADA8-E462-35A5E704ED87}"/>
          </ac:spMkLst>
        </pc:spChg>
        <pc:spChg chg="del">
          <ac:chgData name="Gupta, Vinod" userId="61eddb95-0c75-4cfe-bc35-f6a8248cf072" providerId="ADAL" clId="{46B132D1-A051-4784-ACD6-28C32AC40048}" dt="2023-10-05T06:01:07.687" v="326" actId="21"/>
          <ac:spMkLst>
            <pc:docMk/>
            <pc:sldMk cId="2119119525" sldId="336"/>
            <ac:spMk id="4" creationId="{984A927D-C64F-2487-4BED-6945FF56E3C0}"/>
          </ac:spMkLst>
        </pc:spChg>
        <pc:spChg chg="mod">
          <ac:chgData name="Gupta, Vinod" userId="61eddb95-0c75-4cfe-bc35-f6a8248cf072" providerId="ADAL" clId="{46B132D1-A051-4784-ACD6-28C32AC40048}" dt="2023-10-05T06:01:24.791" v="330" actId="14100"/>
          <ac:spMkLst>
            <pc:docMk/>
            <pc:sldMk cId="2119119525" sldId="336"/>
            <ac:spMk id="5" creationId="{7D1D738F-AD4E-8723-9685-E478C8FFAF64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7" creationId="{935FA1DE-DCAE-D120-FA67-C57C9AE1A446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12" creationId="{1197E808-BE41-250A-DDC0-6389E4A453E1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13" creationId="{244FD989-5C59-4A08-DE68-A4227D25279F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15" creationId="{C38C771D-C50E-6BA6-27E8-CD8F93CAD165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17" creationId="{AD5AFC47-4A30-BB4F-D472-795A045AD3B7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18" creationId="{8FCC5065-444B-1CA5-CE53-3ED4D4D8E362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19" creationId="{2449FAFC-CE0C-B838-076D-8AFEE4907B07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21" creationId="{FBEE8BCC-A5C9-52FD-ED93-5B077CFFAB8F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23" creationId="{B538EA45-EDBA-377B-5C3C-6E086E906721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24" creationId="{DCF4133D-EBB3-C7B4-41C9-00C50B984009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25" creationId="{18058E12-929D-42D5-0E24-19AE1E1BD3BA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27" creationId="{55D48DAE-66E4-6AE9-977E-24AA3F30C63B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29" creationId="{F388A9CB-087B-9355-03B2-DA5989E57799}"/>
          </ac:spMkLst>
        </pc:spChg>
        <pc:spChg chg="mod">
          <ac:chgData name="Gupta, Vinod" userId="61eddb95-0c75-4cfe-bc35-f6a8248cf072" providerId="ADAL" clId="{46B132D1-A051-4784-ACD6-28C32AC40048}" dt="2023-10-05T06:01:29.866" v="331"/>
          <ac:spMkLst>
            <pc:docMk/>
            <pc:sldMk cId="2119119525" sldId="336"/>
            <ac:spMk id="30" creationId="{159B634C-3B82-049D-DF15-4B8F49619B0B}"/>
          </ac:spMkLst>
        </pc:spChg>
        <pc:spChg chg="add mod">
          <ac:chgData name="Gupta, Vinod" userId="61eddb95-0c75-4cfe-bc35-f6a8248cf072" providerId="ADAL" clId="{46B132D1-A051-4784-ACD6-28C32AC40048}" dt="2023-10-05T06:02:20.551" v="344" actId="1035"/>
          <ac:spMkLst>
            <pc:docMk/>
            <pc:sldMk cId="2119119525" sldId="336"/>
            <ac:spMk id="31" creationId="{7447A941-5655-3499-D973-E892B2103C22}"/>
          </ac:spMkLst>
        </pc:spChg>
        <pc:spChg chg="add mod">
          <ac:chgData name="Gupta, Vinod" userId="61eddb95-0c75-4cfe-bc35-f6a8248cf072" providerId="ADAL" clId="{46B132D1-A051-4784-ACD6-28C32AC40048}" dt="2023-10-05T06:02:37.608" v="350" actId="1036"/>
          <ac:spMkLst>
            <pc:docMk/>
            <pc:sldMk cId="2119119525" sldId="336"/>
            <ac:spMk id="32" creationId="{313AFC0F-0E01-91DA-3C62-837023FEF56D}"/>
          </ac:spMkLst>
        </pc:spChg>
        <pc:spChg chg="add mod">
          <ac:chgData name="Gupta, Vinod" userId="61eddb95-0c75-4cfe-bc35-f6a8248cf072" providerId="ADAL" clId="{46B132D1-A051-4784-ACD6-28C32AC40048}" dt="2023-10-05T06:02:42.893" v="355" actId="1036"/>
          <ac:spMkLst>
            <pc:docMk/>
            <pc:sldMk cId="2119119525" sldId="336"/>
            <ac:spMk id="33" creationId="{9142B247-D395-E219-F5F4-283F95932B7F}"/>
          </ac:spMkLst>
        </pc:spChg>
        <pc:spChg chg="add mod">
          <ac:chgData name="Gupta, Vinod" userId="61eddb95-0c75-4cfe-bc35-f6a8248cf072" providerId="ADAL" clId="{46B132D1-A051-4784-ACD6-28C32AC40048}" dt="2023-10-05T06:02:52.443" v="357" actId="1076"/>
          <ac:spMkLst>
            <pc:docMk/>
            <pc:sldMk cId="2119119525" sldId="336"/>
            <ac:spMk id="34" creationId="{99146735-1840-20FC-156B-9AC53A06E1E9}"/>
          </ac:spMkLst>
        </pc:spChg>
        <pc:spChg chg="add del mod">
          <ac:chgData name="Gupta, Vinod" userId="61eddb95-0c75-4cfe-bc35-f6a8248cf072" providerId="ADAL" clId="{46B132D1-A051-4784-ACD6-28C32AC40048}" dt="2023-10-05T06:02:58.331" v="359"/>
          <ac:spMkLst>
            <pc:docMk/>
            <pc:sldMk cId="2119119525" sldId="336"/>
            <ac:spMk id="35" creationId="{D105B3E0-3689-C349-21DE-9167E6DA6E5C}"/>
          </ac:spMkLst>
        </pc:spChg>
        <pc:spChg chg="add mod">
          <ac:chgData name="Gupta, Vinod" userId="61eddb95-0c75-4cfe-bc35-f6a8248cf072" providerId="ADAL" clId="{46B132D1-A051-4784-ACD6-28C32AC40048}" dt="2023-10-05T06:03:05.694" v="361" actId="1076"/>
          <ac:spMkLst>
            <pc:docMk/>
            <pc:sldMk cId="2119119525" sldId="336"/>
            <ac:spMk id="36" creationId="{0445BCC4-BC8A-E3E5-DCE0-8DF2317F7003}"/>
          </ac:spMkLst>
        </pc:spChg>
        <pc:spChg chg="add mod">
          <ac:chgData name="Gupta, Vinod" userId="61eddb95-0c75-4cfe-bc35-f6a8248cf072" providerId="ADAL" clId="{46B132D1-A051-4784-ACD6-28C32AC40048}" dt="2023-10-05T06:03:23.826" v="363" actId="1076"/>
          <ac:spMkLst>
            <pc:docMk/>
            <pc:sldMk cId="2119119525" sldId="336"/>
            <ac:spMk id="37" creationId="{9F688CE8-5C99-85F3-AFD5-1DE363EB9420}"/>
          </ac:spMkLst>
        </pc:spChg>
        <pc:spChg chg="add mod">
          <ac:chgData name="Gupta, Vinod" userId="61eddb95-0c75-4cfe-bc35-f6a8248cf072" providerId="ADAL" clId="{46B132D1-A051-4784-ACD6-28C32AC40048}" dt="2023-10-05T06:03:23.826" v="363" actId="1076"/>
          <ac:spMkLst>
            <pc:docMk/>
            <pc:sldMk cId="2119119525" sldId="336"/>
            <ac:spMk id="38" creationId="{7C73BDFD-9901-A23E-7996-B1E5D6133292}"/>
          </ac:spMkLst>
        </pc:spChg>
        <pc:spChg chg="add mod">
          <ac:chgData name="Gupta, Vinod" userId="61eddb95-0c75-4cfe-bc35-f6a8248cf072" providerId="ADAL" clId="{46B132D1-A051-4784-ACD6-28C32AC40048}" dt="2023-10-05T06:03:34.271" v="364"/>
          <ac:spMkLst>
            <pc:docMk/>
            <pc:sldMk cId="2119119525" sldId="336"/>
            <ac:spMk id="41" creationId="{8A76A064-194F-42EE-99FF-6966928DC7EE}"/>
          </ac:spMkLst>
        </pc:spChg>
        <pc:spChg chg="add mod">
          <ac:chgData name="Gupta, Vinod" userId="61eddb95-0c75-4cfe-bc35-f6a8248cf072" providerId="ADAL" clId="{46B132D1-A051-4784-ACD6-28C32AC40048}" dt="2023-10-05T06:03:34.271" v="364"/>
          <ac:spMkLst>
            <pc:docMk/>
            <pc:sldMk cId="2119119525" sldId="336"/>
            <ac:spMk id="42" creationId="{270C91EC-9296-EE67-6FA0-FE8D7CBD9B3F}"/>
          </ac:spMkLst>
        </pc:spChg>
        <pc:spChg chg="add mod">
          <ac:chgData name="Gupta, Vinod" userId="61eddb95-0c75-4cfe-bc35-f6a8248cf072" providerId="ADAL" clId="{46B132D1-A051-4784-ACD6-28C32AC40048}" dt="2023-10-05T06:04:50.683" v="378" actId="14100"/>
          <ac:spMkLst>
            <pc:docMk/>
            <pc:sldMk cId="2119119525" sldId="336"/>
            <ac:spMk id="48" creationId="{5B61320B-79C1-A31D-0621-49B5AB7DACA9}"/>
          </ac:spMkLst>
        </pc:spChg>
        <pc:spChg chg="mod">
          <ac:chgData name="Gupta, Vinod" userId="61eddb95-0c75-4cfe-bc35-f6a8248cf072" providerId="ADAL" clId="{46B132D1-A051-4784-ACD6-28C32AC40048}" dt="2023-10-05T06:04:38.929" v="375"/>
          <ac:spMkLst>
            <pc:docMk/>
            <pc:sldMk cId="2119119525" sldId="336"/>
            <ac:spMk id="50" creationId="{ADB64CF3-E172-ACEB-E9AC-80895711FA5F}"/>
          </ac:spMkLst>
        </pc:spChg>
        <pc:spChg chg="mod">
          <ac:chgData name="Gupta, Vinod" userId="61eddb95-0c75-4cfe-bc35-f6a8248cf072" providerId="ADAL" clId="{46B132D1-A051-4784-ACD6-28C32AC40048}" dt="2023-10-05T06:04:38.929" v="375"/>
          <ac:spMkLst>
            <pc:docMk/>
            <pc:sldMk cId="2119119525" sldId="336"/>
            <ac:spMk id="51" creationId="{D5D0BAFB-2AC9-11FC-A2DB-4FAE6D619A05}"/>
          </ac:spMkLst>
        </pc:spChg>
        <pc:grpChg chg="add mod">
          <ac:chgData name="Gupta, Vinod" userId="61eddb95-0c75-4cfe-bc35-f6a8248cf072" providerId="ADAL" clId="{46B132D1-A051-4784-ACD6-28C32AC40048}" dt="2023-10-05T06:01:55.399" v="336" actId="1076"/>
          <ac:grpSpMkLst>
            <pc:docMk/>
            <pc:sldMk cId="2119119525" sldId="336"/>
            <ac:grpSpMk id="6" creationId="{7540CF5A-23C2-9EFE-4391-4C3E48849595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8" creationId="{A1B04C66-27B0-B249-7B65-3C8BC9DC47B5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9" creationId="{97F32469-54E3-88A4-5F6D-5CBFA1D785E4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10" creationId="{82647031-B57F-A608-CC17-3B398091553B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11" creationId="{8E53B525-53F3-DFCF-6B62-E3D5460B0D77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14" creationId="{D559679A-C8C2-B563-D618-E7A248AB900B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16" creationId="{05E21E66-6B3C-5452-F131-F546823B9988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20" creationId="{AD0BAC82-D286-314A-77A9-0EF293278783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22" creationId="{5880E817-8492-4C38-9ABF-072CB2195225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26" creationId="{5504DDBC-D3A7-BF73-7EA4-CCCAE3396254}"/>
          </ac:grpSpMkLst>
        </pc:grpChg>
        <pc:grpChg chg="mod">
          <ac:chgData name="Gupta, Vinod" userId="61eddb95-0c75-4cfe-bc35-f6a8248cf072" providerId="ADAL" clId="{46B132D1-A051-4784-ACD6-28C32AC40048}" dt="2023-10-05T06:01:29.866" v="331"/>
          <ac:grpSpMkLst>
            <pc:docMk/>
            <pc:sldMk cId="2119119525" sldId="336"/>
            <ac:grpSpMk id="28" creationId="{66251540-902E-D028-DD3D-D77558415B79}"/>
          </ac:grpSpMkLst>
        </pc:grpChg>
        <pc:grpChg chg="add mod">
          <ac:chgData name="Gupta, Vinod" userId="61eddb95-0c75-4cfe-bc35-f6a8248cf072" providerId="ADAL" clId="{46B132D1-A051-4784-ACD6-28C32AC40048}" dt="2023-10-05T06:05:00.606" v="380" actId="14100"/>
          <ac:grpSpMkLst>
            <pc:docMk/>
            <pc:sldMk cId="2119119525" sldId="336"/>
            <ac:grpSpMk id="49" creationId="{144D2E3E-5E4A-A37C-9FA3-14FA567B257A}"/>
          </ac:grpSpMkLst>
        </pc:grpChg>
        <pc:cxnChg chg="add mod">
          <ac:chgData name="Gupta, Vinod" userId="61eddb95-0c75-4cfe-bc35-f6a8248cf072" providerId="ADAL" clId="{46B132D1-A051-4784-ACD6-28C32AC40048}" dt="2023-10-05T06:03:23.826" v="363" actId="1076"/>
          <ac:cxnSpMkLst>
            <pc:docMk/>
            <pc:sldMk cId="2119119525" sldId="336"/>
            <ac:cxnSpMk id="39" creationId="{7ACB7700-C1F6-D95E-C4EA-9401E0A516CD}"/>
          </ac:cxnSpMkLst>
        </pc:cxnChg>
        <pc:cxnChg chg="add mod">
          <ac:chgData name="Gupta, Vinod" userId="61eddb95-0c75-4cfe-bc35-f6a8248cf072" providerId="ADAL" clId="{46B132D1-A051-4784-ACD6-28C32AC40048}" dt="2023-10-05T06:03:23.826" v="363" actId="1076"/>
          <ac:cxnSpMkLst>
            <pc:docMk/>
            <pc:sldMk cId="2119119525" sldId="336"/>
            <ac:cxnSpMk id="40" creationId="{7D7C2D56-D831-F9C5-D7C2-116C11EE3224}"/>
          </ac:cxnSpMkLst>
        </pc:cxnChg>
        <pc:cxnChg chg="add mod">
          <ac:chgData name="Gupta, Vinod" userId="61eddb95-0c75-4cfe-bc35-f6a8248cf072" providerId="ADAL" clId="{46B132D1-A051-4784-ACD6-28C32AC40048}" dt="2023-10-05T06:03:34.271" v="364"/>
          <ac:cxnSpMkLst>
            <pc:docMk/>
            <pc:sldMk cId="2119119525" sldId="336"/>
            <ac:cxnSpMk id="43" creationId="{7F18A7B7-3CB8-6133-C263-A46C52D649BB}"/>
          </ac:cxnSpMkLst>
        </pc:cxnChg>
        <pc:cxnChg chg="add mod">
          <ac:chgData name="Gupta, Vinod" userId="61eddb95-0c75-4cfe-bc35-f6a8248cf072" providerId="ADAL" clId="{46B132D1-A051-4784-ACD6-28C32AC40048}" dt="2023-10-05T06:03:42.870" v="365"/>
          <ac:cxnSpMkLst>
            <pc:docMk/>
            <pc:sldMk cId="2119119525" sldId="336"/>
            <ac:cxnSpMk id="44" creationId="{64BE5B54-A37E-CEA9-1A26-6E4C44BF2A0F}"/>
          </ac:cxnSpMkLst>
        </pc:cxnChg>
        <pc:cxnChg chg="add mod">
          <ac:chgData name="Gupta, Vinod" userId="61eddb95-0c75-4cfe-bc35-f6a8248cf072" providerId="ADAL" clId="{46B132D1-A051-4784-ACD6-28C32AC40048}" dt="2023-10-05T06:03:51.489" v="366"/>
          <ac:cxnSpMkLst>
            <pc:docMk/>
            <pc:sldMk cId="2119119525" sldId="336"/>
            <ac:cxnSpMk id="45" creationId="{A0246EA7-79DE-6134-BD57-5DD8D4189E6E}"/>
          </ac:cxnSpMkLst>
        </pc:cxnChg>
        <pc:cxnChg chg="add mod">
          <ac:chgData name="Gupta, Vinod" userId="61eddb95-0c75-4cfe-bc35-f6a8248cf072" providerId="ADAL" clId="{46B132D1-A051-4784-ACD6-28C32AC40048}" dt="2023-10-05T06:03:57.608" v="367"/>
          <ac:cxnSpMkLst>
            <pc:docMk/>
            <pc:sldMk cId="2119119525" sldId="336"/>
            <ac:cxnSpMk id="46" creationId="{7F3B7DE5-3E32-E5E0-588D-314F1660529C}"/>
          </ac:cxnSpMkLst>
        </pc:cxnChg>
        <pc:cxnChg chg="add del mod">
          <ac:chgData name="Gupta, Vinod" userId="61eddb95-0c75-4cfe-bc35-f6a8248cf072" providerId="ADAL" clId="{46B132D1-A051-4784-ACD6-28C32AC40048}" dt="2023-10-05T06:04:04.620" v="369"/>
          <ac:cxnSpMkLst>
            <pc:docMk/>
            <pc:sldMk cId="2119119525" sldId="336"/>
            <ac:cxnSpMk id="47" creationId="{A2073D18-769E-91B7-F435-914EB1E09E39}"/>
          </ac:cxnSpMkLst>
        </pc:cxnChg>
      </pc:sldChg>
      <pc:sldChg chg="addSp delSp modSp new mod">
        <pc:chgData name="Gupta, Vinod" userId="61eddb95-0c75-4cfe-bc35-f6a8248cf072" providerId="ADAL" clId="{46B132D1-A051-4784-ACD6-28C32AC40048}" dt="2023-10-06T09:41:38.363" v="688" actId="108"/>
        <pc:sldMkLst>
          <pc:docMk/>
          <pc:sldMk cId="38623492" sldId="337"/>
        </pc:sldMkLst>
        <pc:spChg chg="del">
          <ac:chgData name="Gupta, Vinod" userId="61eddb95-0c75-4cfe-bc35-f6a8248cf072" providerId="ADAL" clId="{46B132D1-A051-4784-ACD6-28C32AC40048}" dt="2023-10-06T07:06:03.151" v="668" actId="21"/>
          <ac:spMkLst>
            <pc:docMk/>
            <pc:sldMk cId="38623492" sldId="337"/>
            <ac:spMk id="2" creationId="{928DFF25-43A1-7761-874F-953B1B316CDA}"/>
          </ac:spMkLst>
        </pc:spChg>
        <pc:spChg chg="del">
          <ac:chgData name="Gupta, Vinod" userId="61eddb95-0c75-4cfe-bc35-f6a8248cf072" providerId="ADAL" clId="{46B132D1-A051-4784-ACD6-28C32AC40048}" dt="2023-10-05T06:05:25.055" v="382" actId="21"/>
          <ac:spMkLst>
            <pc:docMk/>
            <pc:sldMk cId="38623492" sldId="337"/>
            <ac:spMk id="4" creationId="{817D1F9B-AF1F-1BEC-2FD0-C619B5C034E3}"/>
          </ac:spMkLst>
        </pc:spChg>
        <pc:spChg chg="mod">
          <ac:chgData name="Gupta, Vinod" userId="61eddb95-0c75-4cfe-bc35-f6a8248cf072" providerId="ADAL" clId="{46B132D1-A051-4784-ACD6-28C32AC40048}" dt="2023-10-05T06:05:38.192" v="386" actId="14100"/>
          <ac:spMkLst>
            <pc:docMk/>
            <pc:sldMk cId="38623492" sldId="337"/>
            <ac:spMk id="5" creationId="{B5801362-F033-F5D0-9901-59BA61B9C117}"/>
          </ac:spMkLst>
        </pc:spChg>
        <pc:spChg chg="add mod">
          <ac:chgData name="Gupta, Vinod" userId="61eddb95-0c75-4cfe-bc35-f6a8248cf072" providerId="ADAL" clId="{46B132D1-A051-4784-ACD6-28C32AC40048}" dt="2023-10-05T06:05:48.106" v="387"/>
          <ac:spMkLst>
            <pc:docMk/>
            <pc:sldMk cId="38623492" sldId="337"/>
            <ac:spMk id="6" creationId="{DC2690E1-8D1F-B6CB-72FE-1E2ACD5E83D7}"/>
          </ac:spMkLst>
        </pc:spChg>
        <pc:graphicFrameChg chg="add mod modGraphic">
          <ac:chgData name="Gupta, Vinod" userId="61eddb95-0c75-4cfe-bc35-f6a8248cf072" providerId="ADAL" clId="{46B132D1-A051-4784-ACD6-28C32AC40048}" dt="2023-10-06T09:41:38.363" v="688" actId="108"/>
          <ac:graphicFrameMkLst>
            <pc:docMk/>
            <pc:sldMk cId="38623492" sldId="337"/>
            <ac:graphicFrameMk id="7" creationId="{7BB42A82-04DD-0A53-613C-3D39C78C9C78}"/>
          </ac:graphicFrameMkLst>
        </pc:graphicFrameChg>
      </pc:sldChg>
      <pc:sldChg chg="addSp delSp modSp new mod ord">
        <pc:chgData name="Gupta, Vinod" userId="61eddb95-0c75-4cfe-bc35-f6a8248cf072" providerId="ADAL" clId="{46B132D1-A051-4784-ACD6-28C32AC40048}" dt="2023-10-11T06:22:37.278" v="692"/>
        <pc:sldMkLst>
          <pc:docMk/>
          <pc:sldMk cId="3291316796" sldId="338"/>
        </pc:sldMkLst>
        <pc:spChg chg="del">
          <ac:chgData name="Gupta, Vinod" userId="61eddb95-0c75-4cfe-bc35-f6a8248cf072" providerId="ADAL" clId="{46B132D1-A051-4784-ACD6-28C32AC40048}" dt="2023-10-05T06:06:47.412" v="397" actId="21"/>
          <ac:spMkLst>
            <pc:docMk/>
            <pc:sldMk cId="3291316796" sldId="338"/>
            <ac:spMk id="2" creationId="{EBA453D7-095B-71BF-E6BC-DBE487D7EE2C}"/>
          </ac:spMkLst>
        </pc:spChg>
        <pc:spChg chg="del">
          <ac:chgData name="Gupta, Vinod" userId="61eddb95-0c75-4cfe-bc35-f6a8248cf072" providerId="ADAL" clId="{46B132D1-A051-4784-ACD6-28C32AC40048}" dt="2023-10-05T06:06:18.783" v="391" actId="21"/>
          <ac:spMkLst>
            <pc:docMk/>
            <pc:sldMk cId="3291316796" sldId="338"/>
            <ac:spMk id="4" creationId="{0EA6E63F-BF12-D582-44FA-4F7FF8F524A4}"/>
          </ac:spMkLst>
        </pc:spChg>
        <pc:spChg chg="mod">
          <ac:chgData name="Gupta, Vinod" userId="61eddb95-0c75-4cfe-bc35-f6a8248cf072" providerId="ADAL" clId="{46B132D1-A051-4784-ACD6-28C32AC40048}" dt="2023-10-05T06:06:30.825" v="394"/>
          <ac:spMkLst>
            <pc:docMk/>
            <pc:sldMk cId="3291316796" sldId="338"/>
            <ac:spMk id="5" creationId="{EFE9096D-A935-7048-22CA-B9020B77FE58}"/>
          </ac:spMkLst>
        </pc:spChg>
        <pc:spChg chg="add mod">
          <ac:chgData name="Gupta, Vinod" userId="61eddb95-0c75-4cfe-bc35-f6a8248cf072" providerId="ADAL" clId="{46B132D1-A051-4784-ACD6-28C32AC40048}" dt="2023-10-05T06:06:35.739" v="395"/>
          <ac:spMkLst>
            <pc:docMk/>
            <pc:sldMk cId="3291316796" sldId="338"/>
            <ac:spMk id="6" creationId="{6123D185-C271-4F64-91AC-EE4E4765B043}"/>
          </ac:spMkLst>
        </pc:spChg>
        <pc:spChg chg="add mod">
          <ac:chgData name="Gupta, Vinod" userId="61eddb95-0c75-4cfe-bc35-f6a8248cf072" providerId="ADAL" clId="{46B132D1-A051-4784-ACD6-28C32AC40048}" dt="2023-10-05T06:06:43.981" v="396"/>
          <ac:spMkLst>
            <pc:docMk/>
            <pc:sldMk cId="3291316796" sldId="338"/>
            <ac:spMk id="7" creationId="{81C4CBCF-D870-7B64-8171-645168103333}"/>
          </ac:spMkLst>
        </pc:spChg>
        <pc:spChg chg="add del mod">
          <ac:chgData name="Gupta, Vinod" userId="61eddb95-0c75-4cfe-bc35-f6a8248cf072" providerId="ADAL" clId="{46B132D1-A051-4784-ACD6-28C32AC40048}" dt="2023-10-05T06:06:58.759" v="399" actId="21"/>
          <ac:spMkLst>
            <pc:docMk/>
            <pc:sldMk cId="3291316796" sldId="338"/>
            <ac:spMk id="8" creationId="{034E50D5-44E2-B13C-2AA9-906F9F7529E8}"/>
          </ac:spMkLst>
        </pc:spChg>
      </pc:sldChg>
      <pc:sldChg chg="addSp delSp modSp new mod">
        <pc:chgData name="Gupta, Vinod" userId="61eddb95-0c75-4cfe-bc35-f6a8248cf072" providerId="ADAL" clId="{46B132D1-A051-4784-ACD6-28C32AC40048}" dt="2023-10-05T06:08:31.646" v="409" actId="21"/>
        <pc:sldMkLst>
          <pc:docMk/>
          <pc:sldMk cId="2020951132" sldId="339"/>
        </pc:sldMkLst>
        <pc:spChg chg="del">
          <ac:chgData name="Gupta, Vinod" userId="61eddb95-0c75-4cfe-bc35-f6a8248cf072" providerId="ADAL" clId="{46B132D1-A051-4784-ACD6-28C32AC40048}" dt="2023-10-05T06:07:36.164" v="403" actId="21"/>
          <ac:spMkLst>
            <pc:docMk/>
            <pc:sldMk cId="2020951132" sldId="339"/>
            <ac:spMk id="2" creationId="{2C66C69B-730E-48E9-41DC-CF03FF456854}"/>
          </ac:spMkLst>
        </pc:spChg>
        <pc:spChg chg="del">
          <ac:chgData name="Gupta, Vinod" userId="61eddb95-0c75-4cfe-bc35-f6a8248cf072" providerId="ADAL" clId="{46B132D1-A051-4784-ACD6-28C32AC40048}" dt="2023-10-05T06:07:24.814" v="401" actId="21"/>
          <ac:spMkLst>
            <pc:docMk/>
            <pc:sldMk cId="2020951132" sldId="339"/>
            <ac:spMk id="4" creationId="{09B5C979-DDDD-AB22-0A4C-C4497ECA9997}"/>
          </ac:spMkLst>
        </pc:spChg>
        <pc:spChg chg="mod">
          <ac:chgData name="Gupta, Vinod" userId="61eddb95-0c75-4cfe-bc35-f6a8248cf072" providerId="ADAL" clId="{46B132D1-A051-4784-ACD6-28C32AC40048}" dt="2023-10-05T06:07:47.935" v="405" actId="14100"/>
          <ac:spMkLst>
            <pc:docMk/>
            <pc:sldMk cId="2020951132" sldId="339"/>
            <ac:spMk id="5" creationId="{FF7039B3-21B5-193F-A63A-0209E0B9B2A5}"/>
          </ac:spMkLst>
        </pc:spChg>
        <pc:spChg chg="add del mod">
          <ac:chgData name="Gupta, Vinod" userId="61eddb95-0c75-4cfe-bc35-f6a8248cf072" providerId="ADAL" clId="{46B132D1-A051-4784-ACD6-28C32AC40048}" dt="2023-10-05T06:08:31.646" v="409" actId="21"/>
          <ac:spMkLst>
            <pc:docMk/>
            <pc:sldMk cId="2020951132" sldId="339"/>
            <ac:spMk id="6" creationId="{B06EF7EC-E460-4DB0-2372-699662773812}"/>
          </ac:spMkLst>
        </pc:spChg>
        <pc:spChg chg="mod">
          <ac:chgData name="Gupta, Vinod" userId="61eddb95-0c75-4cfe-bc35-f6a8248cf072" providerId="ADAL" clId="{46B132D1-A051-4784-ACD6-28C32AC40048}" dt="2023-10-05T06:08:22.766" v="407"/>
          <ac:spMkLst>
            <pc:docMk/>
            <pc:sldMk cId="2020951132" sldId="339"/>
            <ac:spMk id="9" creationId="{35BA2F59-9A02-C38A-CF61-F9576B8113EF}"/>
          </ac:spMkLst>
        </pc:spChg>
        <pc:spChg chg="mod">
          <ac:chgData name="Gupta, Vinod" userId="61eddb95-0c75-4cfe-bc35-f6a8248cf072" providerId="ADAL" clId="{46B132D1-A051-4784-ACD6-28C32AC40048}" dt="2023-10-05T06:08:22.766" v="407"/>
          <ac:spMkLst>
            <pc:docMk/>
            <pc:sldMk cId="2020951132" sldId="339"/>
            <ac:spMk id="10" creationId="{11B0BDDE-D9BE-E356-40D6-27BC9EC34838}"/>
          </ac:spMkLst>
        </pc:spChg>
        <pc:spChg chg="mod">
          <ac:chgData name="Gupta, Vinod" userId="61eddb95-0c75-4cfe-bc35-f6a8248cf072" providerId="ADAL" clId="{46B132D1-A051-4784-ACD6-28C32AC40048}" dt="2023-10-05T06:08:22.766" v="407"/>
          <ac:spMkLst>
            <pc:docMk/>
            <pc:sldMk cId="2020951132" sldId="339"/>
            <ac:spMk id="11" creationId="{2490DDD5-54B9-836B-4015-F3D905D0EA57}"/>
          </ac:spMkLst>
        </pc:spChg>
        <pc:grpChg chg="add mod">
          <ac:chgData name="Gupta, Vinod" userId="61eddb95-0c75-4cfe-bc35-f6a8248cf072" providerId="ADAL" clId="{46B132D1-A051-4784-ACD6-28C32AC40048}" dt="2023-10-05T06:08:26.604" v="408" actId="1076"/>
          <ac:grpSpMkLst>
            <pc:docMk/>
            <pc:sldMk cId="2020951132" sldId="339"/>
            <ac:grpSpMk id="7" creationId="{AD26580E-2678-EE7B-2D77-E93F33875708}"/>
          </ac:grpSpMkLst>
        </pc:grpChg>
        <pc:grpChg chg="mod">
          <ac:chgData name="Gupta, Vinod" userId="61eddb95-0c75-4cfe-bc35-f6a8248cf072" providerId="ADAL" clId="{46B132D1-A051-4784-ACD6-28C32AC40048}" dt="2023-10-05T06:08:22.766" v="407"/>
          <ac:grpSpMkLst>
            <pc:docMk/>
            <pc:sldMk cId="2020951132" sldId="339"/>
            <ac:grpSpMk id="8" creationId="{CCA0F074-8A8B-ACC4-2080-D07CF007FC06}"/>
          </ac:grpSpMkLst>
        </pc:grpChg>
      </pc:sldChg>
      <pc:sldChg chg="addSp delSp modSp new mod">
        <pc:chgData name="Gupta, Vinod" userId="61eddb95-0c75-4cfe-bc35-f6a8248cf072" providerId="ADAL" clId="{46B132D1-A051-4784-ACD6-28C32AC40048}" dt="2023-10-05T06:28:43.237" v="418" actId="1076"/>
        <pc:sldMkLst>
          <pc:docMk/>
          <pc:sldMk cId="2863216729" sldId="340"/>
        </pc:sldMkLst>
        <pc:spChg chg="del">
          <ac:chgData name="Gupta, Vinod" userId="61eddb95-0c75-4cfe-bc35-f6a8248cf072" providerId="ADAL" clId="{46B132D1-A051-4784-ACD6-28C32AC40048}" dt="2023-10-05T06:08:48.385" v="411" actId="21"/>
          <ac:spMkLst>
            <pc:docMk/>
            <pc:sldMk cId="2863216729" sldId="340"/>
            <ac:spMk id="4" creationId="{B3DB27B3-EFAE-B22F-6BA6-6354D93F8D7B}"/>
          </ac:spMkLst>
        </pc:spChg>
        <pc:spChg chg="mod">
          <ac:chgData name="Gupta, Vinod" userId="61eddb95-0c75-4cfe-bc35-f6a8248cf072" providerId="ADAL" clId="{46B132D1-A051-4784-ACD6-28C32AC40048}" dt="2023-10-05T06:28:16.964" v="414" actId="1076"/>
          <ac:spMkLst>
            <pc:docMk/>
            <pc:sldMk cId="2863216729" sldId="340"/>
            <ac:spMk id="5" creationId="{8B1C6729-F080-5B7C-8706-11F5369C465F}"/>
          </ac:spMkLst>
        </pc:spChg>
        <pc:spChg chg="add mod">
          <ac:chgData name="Gupta, Vinod" userId="61eddb95-0c75-4cfe-bc35-f6a8248cf072" providerId="ADAL" clId="{46B132D1-A051-4784-ACD6-28C32AC40048}" dt="2023-10-05T06:28:43.237" v="418" actId="1076"/>
          <ac:spMkLst>
            <pc:docMk/>
            <pc:sldMk cId="2863216729" sldId="340"/>
            <ac:spMk id="7" creationId="{DD274896-3B5D-CE87-93EE-B1426047134B}"/>
          </ac:spMkLst>
        </pc:spChg>
        <pc:graphicFrameChg chg="add mod">
          <ac:chgData name="Gupta, Vinod" userId="61eddb95-0c75-4cfe-bc35-f6a8248cf072" providerId="ADAL" clId="{46B132D1-A051-4784-ACD6-28C32AC40048}" dt="2023-10-05T06:28:33.261" v="416" actId="1076"/>
          <ac:graphicFrameMkLst>
            <pc:docMk/>
            <pc:sldMk cId="2863216729" sldId="340"/>
            <ac:graphicFrameMk id="6" creationId="{563FCFCE-71B8-819C-628E-F70DA7C416CB}"/>
          </ac:graphicFrameMkLst>
        </pc:graphicFrameChg>
      </pc:sldChg>
      <pc:sldChg chg="addSp delSp modSp new mod">
        <pc:chgData name="Gupta, Vinod" userId="61eddb95-0c75-4cfe-bc35-f6a8248cf072" providerId="ADAL" clId="{46B132D1-A051-4784-ACD6-28C32AC40048}" dt="2023-10-05T06:29:40.876" v="429" actId="1076"/>
        <pc:sldMkLst>
          <pc:docMk/>
          <pc:sldMk cId="52433755" sldId="341"/>
        </pc:sldMkLst>
        <pc:spChg chg="del">
          <ac:chgData name="Gupta, Vinod" userId="61eddb95-0c75-4cfe-bc35-f6a8248cf072" providerId="ADAL" clId="{46B132D1-A051-4784-ACD6-28C32AC40048}" dt="2023-10-05T06:29:01.715" v="421" actId="21"/>
          <ac:spMkLst>
            <pc:docMk/>
            <pc:sldMk cId="52433755" sldId="341"/>
            <ac:spMk id="2" creationId="{1FAA5817-9FF9-BBF5-2BAD-6008BC638D7F}"/>
          </ac:spMkLst>
        </pc:spChg>
        <pc:spChg chg="del">
          <ac:chgData name="Gupta, Vinod" userId="61eddb95-0c75-4cfe-bc35-f6a8248cf072" providerId="ADAL" clId="{46B132D1-A051-4784-ACD6-28C32AC40048}" dt="2023-10-05T06:28:57.662" v="420" actId="21"/>
          <ac:spMkLst>
            <pc:docMk/>
            <pc:sldMk cId="52433755" sldId="341"/>
            <ac:spMk id="4" creationId="{48E77577-3C1D-DEAF-163E-17784BBE13D7}"/>
          </ac:spMkLst>
        </pc:spChg>
        <pc:spChg chg="mod">
          <ac:chgData name="Gupta, Vinod" userId="61eddb95-0c75-4cfe-bc35-f6a8248cf072" providerId="ADAL" clId="{46B132D1-A051-4784-ACD6-28C32AC40048}" dt="2023-10-05T06:29:21.005" v="425" actId="1076"/>
          <ac:spMkLst>
            <pc:docMk/>
            <pc:sldMk cId="52433755" sldId="341"/>
            <ac:spMk id="5" creationId="{3135E3FE-70F2-8D2B-A4E3-110491937117}"/>
          </ac:spMkLst>
        </pc:spChg>
        <pc:spChg chg="add mod">
          <ac:chgData name="Gupta, Vinod" userId="61eddb95-0c75-4cfe-bc35-f6a8248cf072" providerId="ADAL" clId="{46B132D1-A051-4784-ACD6-28C32AC40048}" dt="2023-10-05T06:29:31.191" v="427" actId="1076"/>
          <ac:spMkLst>
            <pc:docMk/>
            <pc:sldMk cId="52433755" sldId="341"/>
            <ac:spMk id="6" creationId="{15F97D48-032B-95AC-4EA5-3651FBE07DD2}"/>
          </ac:spMkLst>
        </pc:spChg>
        <pc:spChg chg="add mod">
          <ac:chgData name="Gupta, Vinod" userId="61eddb95-0c75-4cfe-bc35-f6a8248cf072" providerId="ADAL" clId="{46B132D1-A051-4784-ACD6-28C32AC40048}" dt="2023-10-05T06:29:40.876" v="429" actId="1076"/>
          <ac:spMkLst>
            <pc:docMk/>
            <pc:sldMk cId="52433755" sldId="341"/>
            <ac:spMk id="7" creationId="{7166B7D4-A486-57E9-3F52-24C266DB6271}"/>
          </ac:spMkLst>
        </pc:spChg>
      </pc:sldChg>
      <pc:sldChg chg="addSp delSp modSp new mod">
        <pc:chgData name="Gupta, Vinod" userId="61eddb95-0c75-4cfe-bc35-f6a8248cf072" providerId="ADAL" clId="{46B132D1-A051-4784-ACD6-28C32AC40048}" dt="2023-10-05T06:30:25.656" v="439" actId="1076"/>
        <pc:sldMkLst>
          <pc:docMk/>
          <pc:sldMk cId="2003582681" sldId="342"/>
        </pc:sldMkLst>
        <pc:spChg chg="del">
          <ac:chgData name="Gupta, Vinod" userId="61eddb95-0c75-4cfe-bc35-f6a8248cf072" providerId="ADAL" clId="{46B132D1-A051-4784-ACD6-28C32AC40048}" dt="2023-10-05T06:29:53.692" v="431" actId="21"/>
          <ac:spMkLst>
            <pc:docMk/>
            <pc:sldMk cId="2003582681" sldId="342"/>
            <ac:spMk id="4" creationId="{EF979E7F-9067-CC56-F309-D7970BA3E603}"/>
          </ac:spMkLst>
        </pc:spChg>
        <pc:spChg chg="mod">
          <ac:chgData name="Gupta, Vinod" userId="61eddb95-0c75-4cfe-bc35-f6a8248cf072" providerId="ADAL" clId="{46B132D1-A051-4784-ACD6-28C32AC40048}" dt="2023-10-05T06:30:03.953" v="434" actId="14100"/>
          <ac:spMkLst>
            <pc:docMk/>
            <pc:sldMk cId="2003582681" sldId="342"/>
            <ac:spMk id="5" creationId="{A00954CE-A544-767D-C288-AD31BC56020B}"/>
          </ac:spMkLst>
        </pc:spChg>
        <pc:spChg chg="add del">
          <ac:chgData name="Gupta, Vinod" userId="61eddb95-0c75-4cfe-bc35-f6a8248cf072" providerId="ADAL" clId="{46B132D1-A051-4784-ACD6-28C32AC40048}" dt="2023-10-05T06:30:10.167" v="436" actId="22"/>
          <ac:spMkLst>
            <pc:docMk/>
            <pc:sldMk cId="2003582681" sldId="342"/>
            <ac:spMk id="7" creationId="{31A29B6D-B883-0327-AF16-4F821AF01339}"/>
          </ac:spMkLst>
        </pc:spChg>
        <pc:spChg chg="add mod">
          <ac:chgData name="Gupta, Vinod" userId="61eddb95-0c75-4cfe-bc35-f6a8248cf072" providerId="ADAL" clId="{46B132D1-A051-4784-ACD6-28C32AC40048}" dt="2023-10-05T06:30:15.476" v="437"/>
          <ac:spMkLst>
            <pc:docMk/>
            <pc:sldMk cId="2003582681" sldId="342"/>
            <ac:spMk id="8" creationId="{421F23A7-A81A-D0D3-CBBC-FCADFE62738A}"/>
          </ac:spMkLst>
        </pc:spChg>
        <pc:spChg chg="add mod">
          <ac:chgData name="Gupta, Vinod" userId="61eddb95-0c75-4cfe-bc35-f6a8248cf072" providerId="ADAL" clId="{46B132D1-A051-4784-ACD6-28C32AC40048}" dt="2023-10-05T06:30:25.656" v="439" actId="1076"/>
          <ac:spMkLst>
            <pc:docMk/>
            <pc:sldMk cId="2003582681" sldId="342"/>
            <ac:spMk id="9" creationId="{28468AD2-1E9D-EC5D-CD4E-C56168735D1F}"/>
          </ac:spMkLst>
        </pc:spChg>
      </pc:sldChg>
      <pc:sldChg chg="delSp modSp new mod">
        <pc:chgData name="Gupta, Vinod" userId="61eddb95-0c75-4cfe-bc35-f6a8248cf072" providerId="ADAL" clId="{46B132D1-A051-4784-ACD6-28C32AC40048}" dt="2023-10-05T09:04:34.358" v="649" actId="1076"/>
        <pc:sldMkLst>
          <pc:docMk/>
          <pc:sldMk cId="2567690065" sldId="343"/>
        </pc:sldMkLst>
        <pc:spChg chg="del">
          <ac:chgData name="Gupta, Vinod" userId="61eddb95-0c75-4cfe-bc35-f6a8248cf072" providerId="ADAL" clId="{46B132D1-A051-4784-ACD6-28C32AC40048}" dt="2023-10-05T06:34:04.339" v="456" actId="21"/>
          <ac:spMkLst>
            <pc:docMk/>
            <pc:sldMk cId="2567690065" sldId="343"/>
            <ac:spMk id="2" creationId="{BB72B9D0-92B7-5EDF-AA39-F5CD6D1AA7A2}"/>
          </ac:spMkLst>
        </pc:spChg>
        <pc:spChg chg="del">
          <ac:chgData name="Gupta, Vinod" userId="61eddb95-0c75-4cfe-bc35-f6a8248cf072" providerId="ADAL" clId="{46B132D1-A051-4784-ACD6-28C32AC40048}" dt="2023-10-05T06:34:00.418" v="455" actId="21"/>
          <ac:spMkLst>
            <pc:docMk/>
            <pc:sldMk cId="2567690065" sldId="343"/>
            <ac:spMk id="4" creationId="{D69CA1C5-BB8A-A9D1-7ECA-5A79BA89E5C2}"/>
          </ac:spMkLst>
        </pc:spChg>
        <pc:spChg chg="mod">
          <ac:chgData name="Gupta, Vinod" userId="61eddb95-0c75-4cfe-bc35-f6a8248cf072" providerId="ADAL" clId="{46B132D1-A051-4784-ACD6-28C32AC40048}" dt="2023-10-05T09:04:34.358" v="649" actId="1076"/>
          <ac:spMkLst>
            <pc:docMk/>
            <pc:sldMk cId="2567690065" sldId="343"/>
            <ac:spMk id="5" creationId="{5B40C20D-3332-0381-0EB5-595CD80B6D0E}"/>
          </ac:spMkLst>
        </pc:spChg>
        <pc:spChg chg="del">
          <ac:chgData name="Gupta, Vinod" userId="61eddb95-0c75-4cfe-bc35-f6a8248cf072" providerId="ADAL" clId="{46B132D1-A051-4784-ACD6-28C32AC40048}" dt="2023-10-05T06:33:50.772" v="452" actId="21"/>
          <ac:spMkLst>
            <pc:docMk/>
            <pc:sldMk cId="2567690065" sldId="343"/>
            <ac:spMk id="6" creationId="{BC4DD41C-DB34-ABF6-F99F-AD7F045CBD12}"/>
          </ac:spMkLst>
        </pc:spChg>
      </pc:sldChg>
      <pc:sldChg chg="addSp delSp modSp new mod ord">
        <pc:chgData name="Gupta, Vinod" userId="61eddb95-0c75-4cfe-bc35-f6a8248cf072" providerId="ADAL" clId="{46B132D1-A051-4784-ACD6-28C32AC40048}" dt="2023-10-05T06:35:49.252" v="475"/>
        <pc:sldMkLst>
          <pc:docMk/>
          <pc:sldMk cId="678281058" sldId="344"/>
        </pc:sldMkLst>
        <pc:spChg chg="del">
          <ac:chgData name="Gupta, Vinod" userId="61eddb95-0c75-4cfe-bc35-f6a8248cf072" providerId="ADAL" clId="{46B132D1-A051-4784-ACD6-28C32AC40048}" dt="2023-10-05T06:34:37.006" v="461" actId="21"/>
          <ac:spMkLst>
            <pc:docMk/>
            <pc:sldMk cId="678281058" sldId="344"/>
            <ac:spMk id="2" creationId="{7030800C-A0A7-8C6F-B8F1-8C32DAC65749}"/>
          </ac:spMkLst>
        </pc:spChg>
        <pc:spChg chg="del">
          <ac:chgData name="Gupta, Vinod" userId="61eddb95-0c75-4cfe-bc35-f6a8248cf072" providerId="ADAL" clId="{46B132D1-A051-4784-ACD6-28C32AC40048}" dt="2023-10-05T06:34:33.444" v="460" actId="21"/>
          <ac:spMkLst>
            <pc:docMk/>
            <pc:sldMk cId="678281058" sldId="344"/>
            <ac:spMk id="4" creationId="{52277493-662A-9661-B808-C3AAF89E0B83}"/>
          </ac:spMkLst>
        </pc:spChg>
        <pc:spChg chg="mod">
          <ac:chgData name="Gupta, Vinod" userId="61eddb95-0c75-4cfe-bc35-f6a8248cf072" providerId="ADAL" clId="{46B132D1-A051-4784-ACD6-28C32AC40048}" dt="2023-10-05T06:34:51.899" v="464" actId="1076"/>
          <ac:spMkLst>
            <pc:docMk/>
            <pc:sldMk cId="678281058" sldId="344"/>
            <ac:spMk id="5" creationId="{37BD6199-EC0F-5540-52D7-CEE4A12ACA99}"/>
          </ac:spMkLst>
        </pc:spChg>
        <pc:spChg chg="add del">
          <ac:chgData name="Gupta, Vinod" userId="61eddb95-0c75-4cfe-bc35-f6a8248cf072" providerId="ADAL" clId="{46B132D1-A051-4784-ACD6-28C32AC40048}" dt="2023-10-05T06:34:58.723" v="466" actId="22"/>
          <ac:spMkLst>
            <pc:docMk/>
            <pc:sldMk cId="678281058" sldId="344"/>
            <ac:spMk id="7" creationId="{08F499B0-AA51-34EF-06D8-4F1B1800D0E5}"/>
          </ac:spMkLst>
        </pc:spChg>
        <pc:spChg chg="mod">
          <ac:chgData name="Gupta, Vinod" userId="61eddb95-0c75-4cfe-bc35-f6a8248cf072" providerId="ADAL" clId="{46B132D1-A051-4784-ACD6-28C32AC40048}" dt="2023-10-05T06:35:03.127" v="467"/>
          <ac:spMkLst>
            <pc:docMk/>
            <pc:sldMk cId="678281058" sldId="344"/>
            <ac:spMk id="9" creationId="{1D1F2555-DD88-B673-9B28-341F6EF9E9C1}"/>
          </ac:spMkLst>
        </pc:spChg>
        <pc:spChg chg="mod">
          <ac:chgData name="Gupta, Vinod" userId="61eddb95-0c75-4cfe-bc35-f6a8248cf072" providerId="ADAL" clId="{46B132D1-A051-4784-ACD6-28C32AC40048}" dt="2023-10-05T06:35:29.679" v="472" actId="1076"/>
          <ac:spMkLst>
            <pc:docMk/>
            <pc:sldMk cId="678281058" sldId="344"/>
            <ac:spMk id="11" creationId="{958AAA6E-F725-4463-B61E-E22E23DC0565}"/>
          </ac:spMkLst>
        </pc:spChg>
        <pc:spChg chg="mod">
          <ac:chgData name="Gupta, Vinod" userId="61eddb95-0c75-4cfe-bc35-f6a8248cf072" providerId="ADAL" clId="{46B132D1-A051-4784-ACD6-28C32AC40048}" dt="2023-10-05T06:35:13.403" v="469"/>
          <ac:spMkLst>
            <pc:docMk/>
            <pc:sldMk cId="678281058" sldId="344"/>
            <ac:spMk id="13" creationId="{1132EC17-FDCC-57CE-62AD-20EA1530354F}"/>
          </ac:spMkLst>
        </pc:spChg>
        <pc:spChg chg="mod">
          <ac:chgData name="Gupta, Vinod" userId="61eddb95-0c75-4cfe-bc35-f6a8248cf072" providerId="ADAL" clId="{46B132D1-A051-4784-ACD6-28C32AC40048}" dt="2023-10-05T06:35:13.403" v="469"/>
          <ac:spMkLst>
            <pc:docMk/>
            <pc:sldMk cId="678281058" sldId="344"/>
            <ac:spMk id="15" creationId="{EC755C8F-4B8B-672A-0042-6C52C39CE2FB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17" creationId="{06CB7D69-1016-F729-F946-ED20DEA32316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18" creationId="{B295A32E-A7E6-8F44-4ADC-6C89CC6B8949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0" creationId="{9BBC6AA0-83DD-3C1D-8C56-4570054C097A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1" creationId="{8F7F5384-27EA-FCCF-0AA5-A49B0AAD5D96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2" creationId="{8E60A8A0-3E2E-4D4E-EBBB-BCFF70183AE2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3" creationId="{8A0A6CDB-C31A-F4F4-623A-48315F461B74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4" creationId="{C907C3B0-F264-01FC-246F-3924DB962017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5" creationId="{C82DFAC1-08F5-6491-3DC2-7CD069FF8395}"/>
          </ac:spMkLst>
        </pc:spChg>
        <pc:spChg chg="mod">
          <ac:chgData name="Gupta, Vinod" userId="61eddb95-0c75-4cfe-bc35-f6a8248cf072" providerId="ADAL" clId="{46B132D1-A051-4784-ACD6-28C32AC40048}" dt="2023-10-05T06:35:24.858" v="471"/>
          <ac:spMkLst>
            <pc:docMk/>
            <pc:sldMk cId="678281058" sldId="344"/>
            <ac:spMk id="26" creationId="{2C14ED81-1553-1DB1-743E-8BD3E6183185}"/>
          </ac:spMkLst>
        </pc:spChg>
        <pc:spChg chg="add mod">
          <ac:chgData name="Gupta, Vinod" userId="61eddb95-0c75-4cfe-bc35-f6a8248cf072" providerId="ADAL" clId="{46B132D1-A051-4784-ACD6-28C32AC40048}" dt="2023-10-05T06:35:49.252" v="475"/>
          <ac:spMkLst>
            <pc:docMk/>
            <pc:sldMk cId="678281058" sldId="344"/>
            <ac:spMk id="27" creationId="{C344D2AB-E5DD-7328-0E1C-50B4666DB62D}"/>
          </ac:spMkLst>
        </pc:spChg>
        <pc:grpChg chg="add mod">
          <ac:chgData name="Gupta, Vinod" userId="61eddb95-0c75-4cfe-bc35-f6a8248cf072" providerId="ADAL" clId="{46B132D1-A051-4784-ACD6-28C32AC40048}" dt="2023-10-05T06:35:33.827" v="473" actId="1076"/>
          <ac:grpSpMkLst>
            <pc:docMk/>
            <pc:sldMk cId="678281058" sldId="344"/>
            <ac:grpSpMk id="8" creationId="{28C61F01-A639-5282-9910-3F97638DCBBA}"/>
          </ac:grpSpMkLst>
        </pc:grpChg>
        <pc:grpChg chg="add mod">
          <ac:chgData name="Gupta, Vinod" userId="61eddb95-0c75-4cfe-bc35-f6a8248cf072" providerId="ADAL" clId="{46B132D1-A051-4784-ACD6-28C32AC40048}" dt="2023-10-05T06:35:40.327" v="474" actId="1076"/>
          <ac:grpSpMkLst>
            <pc:docMk/>
            <pc:sldMk cId="678281058" sldId="344"/>
            <ac:grpSpMk id="12" creationId="{39FFAE36-64F4-BA55-137E-8F24A38A6E38}"/>
          </ac:grpSpMkLst>
        </pc:grpChg>
        <pc:grpChg chg="add mod">
          <ac:chgData name="Gupta, Vinod" userId="61eddb95-0c75-4cfe-bc35-f6a8248cf072" providerId="ADAL" clId="{46B132D1-A051-4784-ACD6-28C32AC40048}" dt="2023-10-05T06:35:24.858" v="471"/>
          <ac:grpSpMkLst>
            <pc:docMk/>
            <pc:sldMk cId="678281058" sldId="344"/>
            <ac:grpSpMk id="16" creationId="{EC3EABEA-278C-4A81-E1F4-19840528A656}"/>
          </ac:grpSpMkLst>
        </pc:grpChg>
        <pc:grpChg chg="mod">
          <ac:chgData name="Gupta, Vinod" userId="61eddb95-0c75-4cfe-bc35-f6a8248cf072" providerId="ADAL" clId="{46B132D1-A051-4784-ACD6-28C32AC40048}" dt="2023-10-05T06:35:24.858" v="471"/>
          <ac:grpSpMkLst>
            <pc:docMk/>
            <pc:sldMk cId="678281058" sldId="344"/>
            <ac:grpSpMk id="19" creationId="{A78A9AE5-EFE3-241B-6658-D1CDC8EAE9DB}"/>
          </ac:grpSpMkLst>
        </pc:grpChg>
        <pc:picChg chg="mod">
          <ac:chgData name="Gupta, Vinod" userId="61eddb95-0c75-4cfe-bc35-f6a8248cf072" providerId="ADAL" clId="{46B132D1-A051-4784-ACD6-28C32AC40048}" dt="2023-10-05T06:35:03.127" v="467"/>
          <ac:picMkLst>
            <pc:docMk/>
            <pc:sldMk cId="678281058" sldId="344"/>
            <ac:picMk id="10" creationId="{2CF0F5EB-F8D7-7950-0F73-A3ABF0A8B0AA}"/>
          </ac:picMkLst>
        </pc:picChg>
        <pc:picChg chg="mod">
          <ac:chgData name="Gupta, Vinod" userId="61eddb95-0c75-4cfe-bc35-f6a8248cf072" providerId="ADAL" clId="{46B132D1-A051-4784-ACD6-28C32AC40048}" dt="2023-10-05T06:35:13.403" v="469"/>
          <ac:picMkLst>
            <pc:docMk/>
            <pc:sldMk cId="678281058" sldId="344"/>
            <ac:picMk id="14" creationId="{151E1783-1C62-41CC-6972-1FC74DEA5937}"/>
          </ac:picMkLst>
        </pc:picChg>
      </pc:sldChg>
      <pc:sldChg chg="addSp delSp modSp new mod">
        <pc:chgData name="Gupta, Vinod" userId="61eddb95-0c75-4cfe-bc35-f6a8248cf072" providerId="ADAL" clId="{46B132D1-A051-4784-ACD6-28C32AC40048}" dt="2023-10-10T08:45:52.676" v="690" actId="21"/>
        <pc:sldMkLst>
          <pc:docMk/>
          <pc:sldMk cId="29453192" sldId="345"/>
        </pc:sldMkLst>
        <pc:spChg chg="del">
          <ac:chgData name="Gupta, Vinod" userId="61eddb95-0c75-4cfe-bc35-f6a8248cf072" providerId="ADAL" clId="{46B132D1-A051-4784-ACD6-28C32AC40048}" dt="2023-10-10T08:45:52.676" v="690" actId="21"/>
          <ac:spMkLst>
            <pc:docMk/>
            <pc:sldMk cId="29453192" sldId="345"/>
            <ac:spMk id="2" creationId="{944D19F7-5F3C-3805-6107-0E568D7FBF9C}"/>
          </ac:spMkLst>
        </pc:spChg>
        <pc:spChg chg="del">
          <ac:chgData name="Gupta, Vinod" userId="61eddb95-0c75-4cfe-bc35-f6a8248cf072" providerId="ADAL" clId="{46B132D1-A051-4784-ACD6-28C32AC40048}" dt="2023-10-05T06:36:21.798" v="477" actId="21"/>
          <ac:spMkLst>
            <pc:docMk/>
            <pc:sldMk cId="29453192" sldId="345"/>
            <ac:spMk id="4" creationId="{814D1579-822B-AFF2-0576-9D34BC33FD88}"/>
          </ac:spMkLst>
        </pc:spChg>
        <pc:spChg chg="mod">
          <ac:chgData name="Gupta, Vinod" userId="61eddb95-0c75-4cfe-bc35-f6a8248cf072" providerId="ADAL" clId="{46B132D1-A051-4784-ACD6-28C32AC40048}" dt="2023-10-05T06:37:09.674" v="505" actId="1076"/>
          <ac:spMkLst>
            <pc:docMk/>
            <pc:sldMk cId="29453192" sldId="345"/>
            <ac:spMk id="5" creationId="{935A2573-59C5-F330-EAA2-FA7FC5AF41E2}"/>
          </ac:spMkLst>
        </pc:spChg>
        <pc:spChg chg="add mod">
          <ac:chgData name="Gupta, Vinod" userId="61eddb95-0c75-4cfe-bc35-f6a8248cf072" providerId="ADAL" clId="{46B132D1-A051-4784-ACD6-28C32AC40048}" dt="2023-10-05T06:37:02.219" v="504" actId="20577"/>
          <ac:spMkLst>
            <pc:docMk/>
            <pc:sldMk cId="29453192" sldId="345"/>
            <ac:spMk id="6" creationId="{D91CD417-C005-4497-3173-0DB8A719A926}"/>
          </ac:spMkLst>
        </pc:spChg>
      </pc:sldChg>
      <pc:sldChg chg="addSp delSp modSp new mod">
        <pc:chgData name="Gupta, Vinod" userId="61eddb95-0c75-4cfe-bc35-f6a8248cf072" providerId="ADAL" clId="{46B132D1-A051-4784-ACD6-28C32AC40048}" dt="2023-10-05T06:38:25.301" v="518" actId="1076"/>
        <pc:sldMkLst>
          <pc:docMk/>
          <pc:sldMk cId="613889167" sldId="346"/>
        </pc:sldMkLst>
        <pc:spChg chg="del">
          <ac:chgData name="Gupta, Vinod" userId="61eddb95-0c75-4cfe-bc35-f6a8248cf072" providerId="ADAL" clId="{46B132D1-A051-4784-ACD6-28C32AC40048}" dt="2023-10-05T06:38:11.987" v="516" actId="21"/>
          <ac:spMkLst>
            <pc:docMk/>
            <pc:sldMk cId="613889167" sldId="346"/>
            <ac:spMk id="2" creationId="{7D736722-787E-A951-7001-AFFC03A50A74}"/>
          </ac:spMkLst>
        </pc:spChg>
        <pc:spChg chg="del">
          <ac:chgData name="Gupta, Vinod" userId="61eddb95-0c75-4cfe-bc35-f6a8248cf072" providerId="ADAL" clId="{46B132D1-A051-4784-ACD6-28C32AC40048}" dt="2023-10-05T06:37:28.613" v="507" actId="21"/>
          <ac:spMkLst>
            <pc:docMk/>
            <pc:sldMk cId="613889167" sldId="346"/>
            <ac:spMk id="4" creationId="{5BB22502-1D20-BD04-9042-14C8D816B9B1}"/>
          </ac:spMkLst>
        </pc:spChg>
        <pc:spChg chg="mod">
          <ac:chgData name="Gupta, Vinod" userId="61eddb95-0c75-4cfe-bc35-f6a8248cf072" providerId="ADAL" clId="{46B132D1-A051-4784-ACD6-28C32AC40048}" dt="2023-10-05T06:37:42.278" v="510" actId="14100"/>
          <ac:spMkLst>
            <pc:docMk/>
            <pc:sldMk cId="613889167" sldId="346"/>
            <ac:spMk id="5" creationId="{0F3161A4-3039-2E8D-DB59-C24A29F42BAF}"/>
          </ac:spMkLst>
        </pc:spChg>
        <pc:spChg chg="add mod">
          <ac:chgData name="Gupta, Vinod" userId="61eddb95-0c75-4cfe-bc35-f6a8248cf072" providerId="ADAL" clId="{46B132D1-A051-4784-ACD6-28C32AC40048}" dt="2023-10-05T06:38:25.301" v="518" actId="1076"/>
          <ac:spMkLst>
            <pc:docMk/>
            <pc:sldMk cId="613889167" sldId="346"/>
            <ac:spMk id="9" creationId="{4BB52F9D-D086-6A90-97F7-9FC9376E0B4E}"/>
          </ac:spMkLst>
        </pc:spChg>
        <pc:graphicFrameChg chg="add mod">
          <ac:chgData name="Gupta, Vinod" userId="61eddb95-0c75-4cfe-bc35-f6a8248cf072" providerId="ADAL" clId="{46B132D1-A051-4784-ACD6-28C32AC40048}" dt="2023-10-05T06:37:50.349" v="512" actId="1076"/>
          <ac:graphicFrameMkLst>
            <pc:docMk/>
            <pc:sldMk cId="613889167" sldId="346"/>
            <ac:graphicFrameMk id="6" creationId="{D978F2D8-264E-4EE1-7768-85731EE36255}"/>
          </ac:graphicFrameMkLst>
        </pc:graphicFrameChg>
        <pc:graphicFrameChg chg="add mod">
          <ac:chgData name="Gupta, Vinod" userId="61eddb95-0c75-4cfe-bc35-f6a8248cf072" providerId="ADAL" clId="{46B132D1-A051-4784-ACD6-28C32AC40048}" dt="2023-10-05T06:37:59.312" v="514" actId="1076"/>
          <ac:graphicFrameMkLst>
            <pc:docMk/>
            <pc:sldMk cId="613889167" sldId="346"/>
            <ac:graphicFrameMk id="7" creationId="{0BBA92FC-EC34-43BB-19C6-97A2CD6FF84C}"/>
          </ac:graphicFrameMkLst>
        </pc:graphicFrameChg>
        <pc:graphicFrameChg chg="add mod">
          <ac:chgData name="Gupta, Vinod" userId="61eddb95-0c75-4cfe-bc35-f6a8248cf072" providerId="ADAL" clId="{46B132D1-A051-4784-ACD6-28C32AC40048}" dt="2023-10-05T06:38:03.899" v="515"/>
          <ac:graphicFrameMkLst>
            <pc:docMk/>
            <pc:sldMk cId="613889167" sldId="346"/>
            <ac:graphicFrameMk id="8" creationId="{74209B21-0CB8-6E4F-9C82-B96D80BD89B3}"/>
          </ac:graphicFrameMkLst>
        </pc:graphicFrameChg>
      </pc:sldChg>
      <pc:sldChg chg="delSp modSp new mod ord">
        <pc:chgData name="Gupta, Vinod" userId="61eddb95-0c75-4cfe-bc35-f6a8248cf072" providerId="ADAL" clId="{46B132D1-A051-4784-ACD6-28C32AC40048}" dt="2023-10-05T09:04:19.159" v="648" actId="1076"/>
        <pc:sldMkLst>
          <pc:docMk/>
          <pc:sldMk cId="2860952184" sldId="347"/>
        </pc:sldMkLst>
        <pc:spChg chg="del">
          <ac:chgData name="Gupta, Vinod" userId="61eddb95-0c75-4cfe-bc35-f6a8248cf072" providerId="ADAL" clId="{46B132D1-A051-4784-ACD6-28C32AC40048}" dt="2023-10-05T06:43:39.391" v="526" actId="21"/>
          <ac:spMkLst>
            <pc:docMk/>
            <pc:sldMk cId="2860952184" sldId="347"/>
            <ac:spMk id="2" creationId="{0B28FD9B-1083-3250-9014-1F4916F6809B}"/>
          </ac:spMkLst>
        </pc:spChg>
        <pc:spChg chg="del">
          <ac:chgData name="Gupta, Vinod" userId="61eddb95-0c75-4cfe-bc35-f6a8248cf072" providerId="ADAL" clId="{46B132D1-A051-4784-ACD6-28C32AC40048}" dt="2023-10-05T06:43:35.948" v="525" actId="21"/>
          <ac:spMkLst>
            <pc:docMk/>
            <pc:sldMk cId="2860952184" sldId="347"/>
            <ac:spMk id="4" creationId="{BC7EE26B-F731-8D2F-E7D4-2280DD9825F9}"/>
          </ac:spMkLst>
        </pc:spChg>
        <pc:spChg chg="mod">
          <ac:chgData name="Gupta, Vinod" userId="61eddb95-0c75-4cfe-bc35-f6a8248cf072" providerId="ADAL" clId="{46B132D1-A051-4784-ACD6-28C32AC40048}" dt="2023-10-05T09:04:19.159" v="648" actId="1076"/>
          <ac:spMkLst>
            <pc:docMk/>
            <pc:sldMk cId="2860952184" sldId="347"/>
            <ac:spMk id="5" creationId="{457D7299-2982-E706-AD9C-C88438409A78}"/>
          </ac:spMkLst>
        </pc:spChg>
        <pc:spChg chg="del">
          <ac:chgData name="Gupta, Vinod" userId="61eddb95-0c75-4cfe-bc35-f6a8248cf072" providerId="ADAL" clId="{46B132D1-A051-4784-ACD6-28C32AC40048}" dt="2023-10-05T06:43:25.852" v="522" actId="21"/>
          <ac:spMkLst>
            <pc:docMk/>
            <pc:sldMk cId="2860952184" sldId="347"/>
            <ac:spMk id="6" creationId="{5A999851-3161-C413-D591-03EAFCA4B730}"/>
          </ac:spMkLst>
        </pc:spChg>
      </pc:sldChg>
      <pc:sldChg chg="addSp delSp modSp new mod ord">
        <pc:chgData name="Gupta, Vinod" userId="61eddb95-0c75-4cfe-bc35-f6a8248cf072" providerId="ADAL" clId="{46B132D1-A051-4784-ACD6-28C32AC40048}" dt="2023-10-05T06:45:40.880" v="551" actId="21"/>
        <pc:sldMkLst>
          <pc:docMk/>
          <pc:sldMk cId="2033526677" sldId="348"/>
        </pc:sldMkLst>
        <pc:spChg chg="del">
          <ac:chgData name="Gupta, Vinod" userId="61eddb95-0c75-4cfe-bc35-f6a8248cf072" providerId="ADAL" clId="{46B132D1-A051-4784-ACD6-28C32AC40048}" dt="2023-10-05T06:45:40.880" v="551" actId="21"/>
          <ac:spMkLst>
            <pc:docMk/>
            <pc:sldMk cId="2033526677" sldId="348"/>
            <ac:spMk id="2" creationId="{FDF5027B-3DE3-6AEB-15E3-519DB563D3DE}"/>
          </ac:spMkLst>
        </pc:spChg>
        <pc:spChg chg="del">
          <ac:chgData name="Gupta, Vinod" userId="61eddb95-0c75-4cfe-bc35-f6a8248cf072" providerId="ADAL" clId="{46B132D1-A051-4784-ACD6-28C32AC40048}" dt="2023-10-05T06:44:26.519" v="531" actId="21"/>
          <ac:spMkLst>
            <pc:docMk/>
            <pc:sldMk cId="2033526677" sldId="348"/>
            <ac:spMk id="4" creationId="{CD7D390D-1B50-78D2-21F7-D6E29C616001}"/>
          </ac:spMkLst>
        </pc:spChg>
        <pc:spChg chg="mod">
          <ac:chgData name="Gupta, Vinod" userId="61eddb95-0c75-4cfe-bc35-f6a8248cf072" providerId="ADAL" clId="{46B132D1-A051-4784-ACD6-28C32AC40048}" dt="2023-10-05T06:44:39.272" v="534"/>
          <ac:spMkLst>
            <pc:docMk/>
            <pc:sldMk cId="2033526677" sldId="348"/>
            <ac:spMk id="5" creationId="{3D295ED6-6C08-8389-2620-CA08D2CB8E17}"/>
          </ac:spMkLst>
        </pc:spChg>
        <pc:spChg chg="add mod">
          <ac:chgData name="Gupta, Vinod" userId="61eddb95-0c75-4cfe-bc35-f6a8248cf072" providerId="ADAL" clId="{46B132D1-A051-4784-ACD6-28C32AC40048}" dt="2023-10-05T06:44:48.171" v="536" actId="1076"/>
          <ac:spMkLst>
            <pc:docMk/>
            <pc:sldMk cId="2033526677" sldId="348"/>
            <ac:spMk id="6" creationId="{CB1E7E64-8567-D7E2-9B36-B4BF34F0489C}"/>
          </ac:spMkLst>
        </pc:spChg>
        <pc:spChg chg="add mod">
          <ac:chgData name="Gupta, Vinod" userId="61eddb95-0c75-4cfe-bc35-f6a8248cf072" providerId="ADAL" clId="{46B132D1-A051-4784-ACD6-28C32AC40048}" dt="2023-10-05T06:45:23.345" v="550" actId="15"/>
          <ac:spMkLst>
            <pc:docMk/>
            <pc:sldMk cId="2033526677" sldId="348"/>
            <ac:spMk id="7" creationId="{157F4006-9F86-A7DD-20DC-7712FF92852A}"/>
          </ac:spMkLst>
        </pc:spChg>
      </pc:sldChg>
      <pc:sldChg chg="addSp delSp modSp new mod">
        <pc:chgData name="Gupta, Vinod" userId="61eddb95-0c75-4cfe-bc35-f6a8248cf072" providerId="ADAL" clId="{46B132D1-A051-4784-ACD6-28C32AC40048}" dt="2023-10-05T06:47:54.184" v="603" actId="1036"/>
        <pc:sldMkLst>
          <pc:docMk/>
          <pc:sldMk cId="3440083173" sldId="349"/>
        </pc:sldMkLst>
        <pc:spChg chg="del">
          <ac:chgData name="Gupta, Vinod" userId="61eddb95-0c75-4cfe-bc35-f6a8248cf072" providerId="ADAL" clId="{46B132D1-A051-4784-ACD6-28C32AC40048}" dt="2023-10-05T06:46:11.774" v="555" actId="21"/>
          <ac:spMkLst>
            <pc:docMk/>
            <pc:sldMk cId="3440083173" sldId="349"/>
            <ac:spMk id="4" creationId="{4E2C15D0-2F0F-919D-6971-17B4C3C3CB9F}"/>
          </ac:spMkLst>
        </pc:spChg>
        <pc:spChg chg="mod">
          <ac:chgData name="Gupta, Vinod" userId="61eddb95-0c75-4cfe-bc35-f6a8248cf072" providerId="ADAL" clId="{46B132D1-A051-4784-ACD6-28C32AC40048}" dt="2023-10-05T06:46:14.974" v="556" actId="1076"/>
          <ac:spMkLst>
            <pc:docMk/>
            <pc:sldMk cId="3440083173" sldId="349"/>
            <ac:spMk id="5" creationId="{10700A0D-29A9-ADA0-7D6C-F48789B1E288}"/>
          </ac:spMkLst>
        </pc:spChg>
        <pc:spChg chg="add mod">
          <ac:chgData name="Gupta, Vinod" userId="61eddb95-0c75-4cfe-bc35-f6a8248cf072" providerId="ADAL" clId="{46B132D1-A051-4784-ACD6-28C32AC40048}" dt="2023-10-05T06:46:22.253" v="558" actId="1076"/>
          <ac:spMkLst>
            <pc:docMk/>
            <pc:sldMk cId="3440083173" sldId="349"/>
            <ac:spMk id="6" creationId="{21D5F178-81F9-574D-E604-48289D673913}"/>
          </ac:spMkLst>
        </pc:spChg>
        <pc:graphicFrameChg chg="add mod">
          <ac:chgData name="Gupta, Vinod" userId="61eddb95-0c75-4cfe-bc35-f6a8248cf072" providerId="ADAL" clId="{46B132D1-A051-4784-ACD6-28C32AC40048}" dt="2023-10-05T06:46:55.649" v="562" actId="1076"/>
          <ac:graphicFrameMkLst>
            <pc:docMk/>
            <pc:sldMk cId="3440083173" sldId="349"/>
            <ac:graphicFrameMk id="7" creationId="{7699DBDF-3972-B5EF-97C0-EA6CAB2BEAF3}"/>
          </ac:graphicFrameMkLst>
        </pc:graphicFrameChg>
        <pc:graphicFrameChg chg="add mod modGraphic">
          <ac:chgData name="Gupta, Vinod" userId="61eddb95-0c75-4cfe-bc35-f6a8248cf072" providerId="ADAL" clId="{46B132D1-A051-4784-ACD6-28C32AC40048}" dt="2023-10-05T06:47:54.184" v="603" actId="1036"/>
          <ac:graphicFrameMkLst>
            <pc:docMk/>
            <pc:sldMk cId="3440083173" sldId="349"/>
            <ac:graphicFrameMk id="8" creationId="{878BA520-7878-A440-F8F5-7E47CB4149D8}"/>
          </ac:graphicFrameMkLst>
        </pc:graphicFrameChg>
      </pc:sldChg>
      <pc:sldChg chg="addSp delSp modSp new mod">
        <pc:chgData name="Gupta, Vinod" userId="61eddb95-0c75-4cfe-bc35-f6a8248cf072" providerId="ADAL" clId="{46B132D1-A051-4784-ACD6-28C32AC40048}" dt="2023-10-05T06:48:46.565" v="612" actId="1076"/>
        <pc:sldMkLst>
          <pc:docMk/>
          <pc:sldMk cId="2333875046" sldId="350"/>
        </pc:sldMkLst>
        <pc:spChg chg="del">
          <ac:chgData name="Gupta, Vinod" userId="61eddb95-0c75-4cfe-bc35-f6a8248cf072" providerId="ADAL" clId="{46B132D1-A051-4784-ACD6-28C32AC40048}" dt="2023-10-05T06:48:19.252" v="605" actId="21"/>
          <ac:spMkLst>
            <pc:docMk/>
            <pc:sldMk cId="2333875046" sldId="350"/>
            <ac:spMk id="4" creationId="{DE62031F-3A72-19C6-CFD3-263622DE87D2}"/>
          </ac:spMkLst>
        </pc:spChg>
        <pc:spChg chg="mod">
          <ac:chgData name="Gupta, Vinod" userId="61eddb95-0c75-4cfe-bc35-f6a8248cf072" providerId="ADAL" clId="{46B132D1-A051-4784-ACD6-28C32AC40048}" dt="2023-10-05T06:48:30.178" v="608" actId="14100"/>
          <ac:spMkLst>
            <pc:docMk/>
            <pc:sldMk cId="2333875046" sldId="350"/>
            <ac:spMk id="5" creationId="{295F29C2-FDD2-F874-987D-98DB22E07CBC}"/>
          </ac:spMkLst>
        </pc:spChg>
        <pc:spChg chg="add mod">
          <ac:chgData name="Gupta, Vinod" userId="61eddb95-0c75-4cfe-bc35-f6a8248cf072" providerId="ADAL" clId="{46B132D1-A051-4784-ACD6-28C32AC40048}" dt="2023-10-05T06:48:37.227" v="610" actId="1076"/>
          <ac:spMkLst>
            <pc:docMk/>
            <pc:sldMk cId="2333875046" sldId="350"/>
            <ac:spMk id="6" creationId="{6CB57D93-A7B8-2C43-4A6C-537E1EAD8261}"/>
          </ac:spMkLst>
        </pc:spChg>
        <pc:graphicFrameChg chg="add mod">
          <ac:chgData name="Gupta, Vinod" userId="61eddb95-0c75-4cfe-bc35-f6a8248cf072" providerId="ADAL" clId="{46B132D1-A051-4784-ACD6-28C32AC40048}" dt="2023-10-05T06:48:46.565" v="612" actId="1076"/>
          <ac:graphicFrameMkLst>
            <pc:docMk/>
            <pc:sldMk cId="2333875046" sldId="350"/>
            <ac:graphicFrameMk id="7" creationId="{F88A329D-0BC2-9742-424C-3A11A2A15522}"/>
          </ac:graphicFrameMkLst>
        </pc:graphicFrameChg>
      </pc:sldChg>
      <pc:sldChg chg="delSp modSp new mod ord">
        <pc:chgData name="Gupta, Vinod" userId="61eddb95-0c75-4cfe-bc35-f6a8248cf072" providerId="ADAL" clId="{46B132D1-A051-4784-ACD6-28C32AC40048}" dt="2023-10-16T11:18:03.860" v="755" actId="1076"/>
        <pc:sldMkLst>
          <pc:docMk/>
          <pc:sldMk cId="1714426077" sldId="351"/>
        </pc:sldMkLst>
        <pc:spChg chg="mod">
          <ac:chgData name="Gupta, Vinod" userId="61eddb95-0c75-4cfe-bc35-f6a8248cf072" providerId="ADAL" clId="{46B132D1-A051-4784-ACD6-28C32AC40048}" dt="2023-10-16T11:18:03.860" v="755" actId="1076"/>
          <ac:spMkLst>
            <pc:docMk/>
            <pc:sldMk cId="1714426077" sldId="351"/>
            <ac:spMk id="5" creationId="{D5A59386-3242-1072-685A-EDBA99319647}"/>
          </ac:spMkLst>
        </pc:spChg>
        <pc:spChg chg="del">
          <ac:chgData name="Gupta, Vinod" userId="61eddb95-0c75-4cfe-bc35-f6a8248cf072" providerId="ADAL" clId="{46B132D1-A051-4784-ACD6-28C32AC40048}" dt="2023-10-16T11:17:42.866" v="753" actId="21"/>
          <ac:spMkLst>
            <pc:docMk/>
            <pc:sldMk cId="1714426077" sldId="351"/>
            <ac:spMk id="6" creationId="{52178066-5517-1D3D-CF5D-1AA123AEFE53}"/>
          </ac:spMkLst>
        </pc:spChg>
      </pc:sldChg>
      <pc:sldChg chg="delSp modSp new del mod ord">
        <pc:chgData name="Gupta, Vinod" userId="61eddb95-0c75-4cfe-bc35-f6a8248cf072" providerId="ADAL" clId="{46B132D1-A051-4784-ACD6-28C32AC40048}" dt="2023-10-06T07:03:40.857" v="662" actId="2696"/>
        <pc:sldMkLst>
          <pc:docMk/>
          <pc:sldMk cId="3800694083" sldId="351"/>
        </pc:sldMkLst>
        <pc:spChg chg="mod">
          <ac:chgData name="Gupta, Vinod" userId="61eddb95-0c75-4cfe-bc35-f6a8248cf072" providerId="ADAL" clId="{46B132D1-A051-4784-ACD6-28C32AC40048}" dt="2023-10-06T07:03:12.790" v="660" actId="20577"/>
          <ac:spMkLst>
            <pc:docMk/>
            <pc:sldMk cId="3800694083" sldId="351"/>
            <ac:spMk id="5" creationId="{2B003A81-27F8-E2DD-19BE-6E7D191E26CA}"/>
          </ac:spMkLst>
        </pc:spChg>
        <pc:spChg chg="del">
          <ac:chgData name="Gupta, Vinod" userId="61eddb95-0c75-4cfe-bc35-f6a8248cf072" providerId="ADAL" clId="{46B132D1-A051-4784-ACD6-28C32AC40048}" dt="2023-10-06T07:03:18.513" v="661" actId="21"/>
          <ac:spMkLst>
            <pc:docMk/>
            <pc:sldMk cId="3800694083" sldId="351"/>
            <ac:spMk id="6" creationId="{5110315C-0358-900D-A69E-528A4651B038}"/>
          </ac:spMkLst>
        </pc:spChg>
      </pc:sldChg>
    </pc:docChg>
  </pc:docChgLst>
  <pc:docChgLst>
    <pc:chgData name="Gupta, Vinod" userId="61eddb95-0c75-4cfe-bc35-f6a8248cf072" providerId="ADAL" clId="{62C3D238-54E9-4E4E-AEB9-B979AAC1603D}"/>
    <pc:docChg chg="addSld modSection">
      <pc:chgData name="Gupta, Vinod" userId="61eddb95-0c75-4cfe-bc35-f6a8248cf072" providerId="ADAL" clId="{62C3D238-54E9-4E4E-AEB9-B979AAC1603D}" dt="2023-10-05T05:12:07.064" v="0" actId="680"/>
      <pc:docMkLst>
        <pc:docMk/>
      </pc:docMkLst>
      <pc:sldChg chg="new">
        <pc:chgData name="Gupta, Vinod" userId="61eddb95-0c75-4cfe-bc35-f6a8248cf072" providerId="ADAL" clId="{62C3D238-54E9-4E4E-AEB9-B979AAC1603D}" dt="2023-10-05T05:12:07.064" v="0" actId="680"/>
        <pc:sldMkLst>
          <pc:docMk/>
          <pc:sldMk cId="3582220399" sldId="332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teradata-my.sharepoint.com/personal/lubert_roxas_teradata_com/Documents/BCBS%20Horizon%20-%20CMP/10_October_2018/Monthly/BackupJobs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oleObject" Target="https://teradata-my.sharepoint.com/personal/lubert_roxas_teradata_com/Documents/BCBS%20Horizon%20-%20CMP/10_October_2018/Monthly/BackupJobs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teradata-my.sharepoint.com/personal/lubert_roxas_teradata_com/Documents/BCBS%20Horizon%20-%20CMP/10_October_2018/Monthly/BackupJobs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3.xml"/><Relationship Id="rId1" Type="http://schemas.microsoft.com/office/2011/relationships/chartStyle" Target="style3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[BackupJobs.xlsx]Full!PivotTable1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Full Backups Size vs Duration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</c:pivotFmts>
    <c:plotArea>
      <c:layout>
        <c:manualLayout>
          <c:layoutTarget val="inner"/>
          <c:xMode val="edge"/>
          <c:yMode val="edge"/>
          <c:x val="0.11804088212015412"/>
          <c:y val="0.10948493113233133"/>
          <c:w val="0.72040418778565152"/>
          <c:h val="0.694970576627545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Full!$B$3</c:f>
              <c:strCache>
                <c:ptCount val="1"/>
                <c:pt idx="0">
                  <c:v>Size in GB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Full!$A$4:$A$10</c:f>
              <c:strCache>
                <c:ptCount val="6"/>
                <c:pt idx="0">
                  <c:v>10/7/2018</c:v>
                </c:pt>
                <c:pt idx="1">
                  <c:v>10/14/2018</c:v>
                </c:pt>
                <c:pt idx="2">
                  <c:v>10/18/2018</c:v>
                </c:pt>
                <c:pt idx="3">
                  <c:v>10/19/2018</c:v>
                </c:pt>
                <c:pt idx="4">
                  <c:v>10/21/2018</c:v>
                </c:pt>
                <c:pt idx="5">
                  <c:v>10/28/2018</c:v>
                </c:pt>
              </c:strCache>
            </c:strRef>
          </c:cat>
          <c:val>
            <c:numRef>
              <c:f>Full!$B$4:$B$10</c:f>
              <c:numCache>
                <c:formatCode>General</c:formatCode>
                <c:ptCount val="6"/>
                <c:pt idx="0">
                  <c:v>24041.120000000003</c:v>
                </c:pt>
                <c:pt idx="1">
                  <c:v>23653.760000000002</c:v>
                </c:pt>
                <c:pt idx="2">
                  <c:v>9789.44</c:v>
                </c:pt>
                <c:pt idx="3">
                  <c:v>9861.1200000000008</c:v>
                </c:pt>
                <c:pt idx="4">
                  <c:v>23790.879999999997</c:v>
                </c:pt>
                <c:pt idx="5">
                  <c:v>23987.68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1F-43F3-A983-98E089F4E4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94920448"/>
        <c:axId val="194922368"/>
      </c:barChart>
      <c:lineChart>
        <c:grouping val="stacked"/>
        <c:varyColors val="0"/>
        <c:ser>
          <c:idx val="1"/>
          <c:order val="1"/>
          <c:tx>
            <c:strRef>
              <c:f>Full!$C$3</c:f>
              <c:strCache>
                <c:ptCount val="1"/>
                <c:pt idx="0">
                  <c:v>Elapsed Time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Full!$A$4:$A$10</c:f>
              <c:strCache>
                <c:ptCount val="6"/>
                <c:pt idx="0">
                  <c:v>10/7/2018</c:v>
                </c:pt>
                <c:pt idx="1">
                  <c:v>10/14/2018</c:v>
                </c:pt>
                <c:pt idx="2">
                  <c:v>10/18/2018</c:v>
                </c:pt>
                <c:pt idx="3">
                  <c:v>10/19/2018</c:v>
                </c:pt>
                <c:pt idx="4">
                  <c:v>10/21/2018</c:v>
                </c:pt>
                <c:pt idx="5">
                  <c:v>10/28/2018</c:v>
                </c:pt>
              </c:strCache>
            </c:strRef>
          </c:cat>
          <c:val>
            <c:numRef>
              <c:f>Full!$C$4:$C$10</c:f>
              <c:numCache>
                <c:formatCode>[h]:mm:ss</c:formatCode>
                <c:ptCount val="6"/>
                <c:pt idx="0">
                  <c:v>0.15400462962962963</c:v>
                </c:pt>
                <c:pt idx="1">
                  <c:v>0.20248842592592592</c:v>
                </c:pt>
                <c:pt idx="2">
                  <c:v>6.2349537037037044E-2</c:v>
                </c:pt>
                <c:pt idx="3">
                  <c:v>5.6099537037037038E-2</c:v>
                </c:pt>
                <c:pt idx="4">
                  <c:v>0.13930555555555554</c:v>
                </c:pt>
                <c:pt idx="5">
                  <c:v>0.13589120370370369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1F-43F3-A983-98E089F4E4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4929792"/>
        <c:axId val="194923904"/>
      </c:lineChart>
      <c:catAx>
        <c:axId val="19492044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22368"/>
        <c:crosses val="autoZero"/>
        <c:auto val="1"/>
        <c:lblAlgn val="ctr"/>
        <c:lblOffset val="100"/>
        <c:noMultiLvlLbl val="0"/>
      </c:catAx>
      <c:valAx>
        <c:axId val="19492236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20448"/>
        <c:crosses val="autoZero"/>
        <c:crossBetween val="between"/>
        <c:majorUnit val="5000"/>
      </c:valAx>
      <c:valAx>
        <c:axId val="194923904"/>
        <c:scaling>
          <c:orientation val="minMax"/>
          <c:max val="0.25"/>
          <c:min val="0"/>
        </c:scaling>
        <c:delete val="0"/>
        <c:axPos val="r"/>
        <c:numFmt formatCode="[h]:mm:ss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4929792"/>
        <c:crosses val="max"/>
        <c:crossBetween val="between"/>
        <c:majorUnit val="5.000000000000001E-2"/>
        <c:minorUnit val="1.0000000000000002E-2"/>
      </c:valAx>
      <c:catAx>
        <c:axId val="194929792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4923904"/>
        <c:crossesAt val="0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[BackupJobs.xlsx]Cumulative!PivotTable2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en-US" b="0" dirty="0">
                <a:solidFill>
                  <a:schemeClr val="accent6"/>
                </a:solidFill>
              </a:rPr>
              <a:t>Cumulative Backups Size vs Duration</a:t>
            </a:r>
          </a:p>
        </c:rich>
      </c:tx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7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1"/>
        <c:spPr>
          <a:ln w="28575" cap="rnd">
            <a:solidFill>
              <a:schemeClr val="accent2"/>
            </a:solidFill>
            <a:round/>
          </a:ln>
          <a:effectLst/>
        </c:spPr>
        <c:marker>
          <c:symbol val="none"/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Cumulative!$B$3</c:f>
              <c:strCache>
                <c:ptCount val="1"/>
                <c:pt idx="0">
                  <c:v>Size in GB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Cumulative!$A$4:$A$11</c:f>
              <c:strCache>
                <c:ptCount val="7"/>
                <c:pt idx="0">
                  <c:v>10/6/2018</c:v>
                </c:pt>
                <c:pt idx="1">
                  <c:v>10/10/2018</c:v>
                </c:pt>
                <c:pt idx="2">
                  <c:v>10/13/2018</c:v>
                </c:pt>
                <c:pt idx="3">
                  <c:v>10/20/2018</c:v>
                </c:pt>
                <c:pt idx="4">
                  <c:v>10/24/2018</c:v>
                </c:pt>
                <c:pt idx="5">
                  <c:v>10/27/2018</c:v>
                </c:pt>
                <c:pt idx="6">
                  <c:v>10/31/2018</c:v>
                </c:pt>
              </c:strCache>
            </c:strRef>
          </c:cat>
          <c:val>
            <c:numRef>
              <c:f>Cumulative!$B$4:$B$11</c:f>
              <c:numCache>
                <c:formatCode>General</c:formatCode>
                <c:ptCount val="7"/>
                <c:pt idx="0">
                  <c:v>13746.1</c:v>
                </c:pt>
                <c:pt idx="1">
                  <c:v>7213.1</c:v>
                </c:pt>
                <c:pt idx="2">
                  <c:v>9561.76</c:v>
                </c:pt>
                <c:pt idx="3">
                  <c:v>8800.92</c:v>
                </c:pt>
                <c:pt idx="4">
                  <c:v>12561.13</c:v>
                </c:pt>
                <c:pt idx="5">
                  <c:v>13873.38</c:v>
                </c:pt>
                <c:pt idx="6">
                  <c:v>11065.490000000002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27F-4E68-8142-F7A1B9667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95048576"/>
        <c:axId val="195050112"/>
      </c:barChart>
      <c:lineChart>
        <c:grouping val="standard"/>
        <c:varyColors val="0"/>
        <c:ser>
          <c:idx val="1"/>
          <c:order val="1"/>
          <c:tx>
            <c:strRef>
              <c:f>Cumulative!$C$3</c:f>
              <c:strCache>
                <c:ptCount val="1"/>
                <c:pt idx="0">
                  <c:v>Elapsed Time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Cumulative!$A$4:$A$11</c:f>
              <c:strCache>
                <c:ptCount val="7"/>
                <c:pt idx="0">
                  <c:v>10/6/2018</c:v>
                </c:pt>
                <c:pt idx="1">
                  <c:v>10/10/2018</c:v>
                </c:pt>
                <c:pt idx="2">
                  <c:v>10/13/2018</c:v>
                </c:pt>
                <c:pt idx="3">
                  <c:v>10/20/2018</c:v>
                </c:pt>
                <c:pt idx="4">
                  <c:v>10/24/2018</c:v>
                </c:pt>
                <c:pt idx="5">
                  <c:v>10/27/2018</c:v>
                </c:pt>
                <c:pt idx="6">
                  <c:v>10/31/2018</c:v>
                </c:pt>
              </c:strCache>
            </c:strRef>
          </c:cat>
          <c:val>
            <c:numRef>
              <c:f>Cumulative!$C$4:$C$11</c:f>
              <c:numCache>
                <c:formatCode>[h]:mm:ss</c:formatCode>
                <c:ptCount val="7"/>
                <c:pt idx="0">
                  <c:v>0.13187499999999999</c:v>
                </c:pt>
                <c:pt idx="1">
                  <c:v>4.4027777777777777E-2</c:v>
                </c:pt>
                <c:pt idx="2">
                  <c:v>4.3958333333333335E-2</c:v>
                </c:pt>
                <c:pt idx="3">
                  <c:v>9.1388888888888895E-2</c:v>
                </c:pt>
                <c:pt idx="4">
                  <c:v>0.13902777777777778</c:v>
                </c:pt>
                <c:pt idx="5">
                  <c:v>0.10652777777777778</c:v>
                </c:pt>
                <c:pt idx="6">
                  <c:v>0.11410879629629631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27F-4E68-8142-F7A1B966702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057536"/>
        <c:axId val="195056000"/>
      </c:lineChart>
      <c:catAx>
        <c:axId val="19504857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050112"/>
        <c:crosses val="autoZero"/>
        <c:auto val="1"/>
        <c:lblAlgn val="ctr"/>
        <c:lblOffset val="100"/>
        <c:noMultiLvlLbl val="0"/>
      </c:catAx>
      <c:valAx>
        <c:axId val="195050112"/>
        <c:scaling>
          <c:orientation val="minMax"/>
          <c:max val="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048576"/>
        <c:crosses val="autoZero"/>
        <c:crossBetween val="between"/>
        <c:majorUnit val="5000"/>
      </c:valAx>
      <c:valAx>
        <c:axId val="195056000"/>
        <c:scaling>
          <c:orientation val="minMax"/>
          <c:max val="0.25"/>
          <c:min val="0"/>
        </c:scaling>
        <c:delete val="0"/>
        <c:axPos val="r"/>
        <c:numFmt formatCode="[h]:mm:ss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057536"/>
        <c:crosses val="max"/>
        <c:crossBetween val="between"/>
        <c:majorUnit val="5.000000000000001E-2"/>
      </c:valAx>
      <c:catAx>
        <c:axId val="1950575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5056000"/>
        <c:crosses val="autoZero"/>
        <c:auto val="1"/>
        <c:lblAlgn val="ctr"/>
        <c:lblOffset val="100"/>
        <c:noMultiLvlLbl val="0"/>
      </c:catAx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txPr>
    <a:bodyPr/>
    <a:lstStyle/>
    <a:p>
      <a:pPr>
        <a:defRPr/>
      </a:pPr>
      <a:endParaRPr lang="en-US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[BackupJobs.xlsx]Delta!PivotTable3</c:name>
    <c:fmtId val="-1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Delta Backups Size vs Duration</a:t>
            </a:r>
          </a:p>
        </c:rich>
      </c:tx>
      <c:layout>
        <c:manualLayout>
          <c:xMode val="edge"/>
          <c:yMode val="edge"/>
          <c:x val="0.21034328630379889"/>
          <c:y val="2.38170776657715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circle"/>
          <c:size val="5"/>
          <c:spPr>
            <a:solidFill>
              <a:schemeClr val="accent2"/>
            </a:solidFill>
            <a:ln w="9525">
              <a:solidFill>
                <a:schemeClr val="accent2"/>
              </a:solidFill>
            </a:ln>
            <a:effectLst/>
          </c:spPr>
        </c:marker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Delta!$B$3</c:f>
              <c:strCache>
                <c:ptCount val="1"/>
                <c:pt idx="0">
                  <c:v>Sum of SizeGB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Delta!$A$4:$A$18</c:f>
              <c:strCache>
                <c:ptCount val="14"/>
                <c:pt idx="0">
                  <c:v>10/1/2018</c:v>
                </c:pt>
                <c:pt idx="1">
                  <c:v>10/2/2018</c:v>
                </c:pt>
                <c:pt idx="2">
                  <c:v>10/4/2018</c:v>
                </c:pt>
                <c:pt idx="3">
                  <c:v>10/5/2018</c:v>
                </c:pt>
                <c:pt idx="4">
                  <c:v>10/8/2018</c:v>
                </c:pt>
                <c:pt idx="5">
                  <c:v>10/12/2018</c:v>
                </c:pt>
                <c:pt idx="6">
                  <c:v>10/15/2018</c:v>
                </c:pt>
                <c:pt idx="7">
                  <c:v>10/16/2018</c:v>
                </c:pt>
                <c:pt idx="8">
                  <c:v>10/18/2018</c:v>
                </c:pt>
                <c:pt idx="9">
                  <c:v>10/19/2018</c:v>
                </c:pt>
                <c:pt idx="10">
                  <c:v>10/23/2018</c:v>
                </c:pt>
                <c:pt idx="11">
                  <c:v>10/25/2018</c:v>
                </c:pt>
                <c:pt idx="12">
                  <c:v>10/26/2018</c:v>
                </c:pt>
                <c:pt idx="13">
                  <c:v>10/29/2018</c:v>
                </c:pt>
              </c:strCache>
            </c:strRef>
          </c:cat>
          <c:val>
            <c:numRef>
              <c:f>Delta!$B$4:$B$18</c:f>
              <c:numCache>
                <c:formatCode>General</c:formatCode>
                <c:ptCount val="14"/>
                <c:pt idx="0">
                  <c:v>9048.48</c:v>
                </c:pt>
                <c:pt idx="1">
                  <c:v>5305.68</c:v>
                </c:pt>
                <c:pt idx="2">
                  <c:v>9027.14</c:v>
                </c:pt>
                <c:pt idx="3">
                  <c:v>7366.8399999999992</c:v>
                </c:pt>
                <c:pt idx="4">
                  <c:v>2201.9037109374999</c:v>
                </c:pt>
                <c:pt idx="5">
                  <c:v>6951.56</c:v>
                </c:pt>
                <c:pt idx="6">
                  <c:v>4348.05</c:v>
                </c:pt>
                <c:pt idx="7">
                  <c:v>3210.0699999999997</c:v>
                </c:pt>
                <c:pt idx="8">
                  <c:v>4962.58</c:v>
                </c:pt>
                <c:pt idx="9">
                  <c:v>2053.13</c:v>
                </c:pt>
                <c:pt idx="10">
                  <c:v>11083.9</c:v>
                </c:pt>
                <c:pt idx="11">
                  <c:v>6712.7100000000009</c:v>
                </c:pt>
                <c:pt idx="12">
                  <c:v>5122.3999999999996</c:v>
                </c:pt>
                <c:pt idx="13">
                  <c:v>7982.9000000000005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E5-4CB3-836D-BCEC30A5C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195105152"/>
        <c:axId val="195107072"/>
      </c:barChart>
      <c:lineChart>
        <c:grouping val="stacked"/>
        <c:varyColors val="0"/>
        <c:ser>
          <c:idx val="1"/>
          <c:order val="1"/>
          <c:tx>
            <c:strRef>
              <c:f>Delta!$C$3</c:f>
              <c:strCache>
                <c:ptCount val="1"/>
                <c:pt idx="0">
                  <c:v>Sum of Duration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2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Delta!$A$4:$A$18</c:f>
              <c:strCache>
                <c:ptCount val="14"/>
                <c:pt idx="0">
                  <c:v>10/1/2018</c:v>
                </c:pt>
                <c:pt idx="1">
                  <c:v>10/2/2018</c:v>
                </c:pt>
                <c:pt idx="2">
                  <c:v>10/4/2018</c:v>
                </c:pt>
                <c:pt idx="3">
                  <c:v>10/5/2018</c:v>
                </c:pt>
                <c:pt idx="4">
                  <c:v>10/8/2018</c:v>
                </c:pt>
                <c:pt idx="5">
                  <c:v>10/12/2018</c:v>
                </c:pt>
                <c:pt idx="6">
                  <c:v>10/15/2018</c:v>
                </c:pt>
                <c:pt idx="7">
                  <c:v>10/16/2018</c:v>
                </c:pt>
                <c:pt idx="8">
                  <c:v>10/18/2018</c:v>
                </c:pt>
                <c:pt idx="9">
                  <c:v>10/19/2018</c:v>
                </c:pt>
                <c:pt idx="10">
                  <c:v>10/23/2018</c:v>
                </c:pt>
                <c:pt idx="11">
                  <c:v>10/25/2018</c:v>
                </c:pt>
                <c:pt idx="12">
                  <c:v>10/26/2018</c:v>
                </c:pt>
                <c:pt idx="13">
                  <c:v>10/29/2018</c:v>
                </c:pt>
              </c:strCache>
            </c:strRef>
          </c:cat>
          <c:val>
            <c:numRef>
              <c:f>Delta!$C$4:$C$18</c:f>
              <c:numCache>
                <c:formatCode>[h]:mm:ss</c:formatCode>
                <c:ptCount val="14"/>
                <c:pt idx="0">
                  <c:v>0.17662037037037037</c:v>
                </c:pt>
                <c:pt idx="1">
                  <c:v>8.11574074074074E-2</c:v>
                </c:pt>
                <c:pt idx="2">
                  <c:v>0.13224537037037037</c:v>
                </c:pt>
                <c:pt idx="3">
                  <c:v>0.13069444444444445</c:v>
                </c:pt>
                <c:pt idx="4">
                  <c:v>3.2361111111111111E-2</c:v>
                </c:pt>
                <c:pt idx="5">
                  <c:v>4.6770833333333331E-2</c:v>
                </c:pt>
                <c:pt idx="6">
                  <c:v>5.935185185185185E-2</c:v>
                </c:pt>
                <c:pt idx="7">
                  <c:v>3.1782407407407405E-2</c:v>
                </c:pt>
                <c:pt idx="8">
                  <c:v>0.10211805555555556</c:v>
                </c:pt>
                <c:pt idx="9">
                  <c:v>8.1597222222222224E-2</c:v>
                </c:pt>
                <c:pt idx="10">
                  <c:v>0.15763888888888891</c:v>
                </c:pt>
                <c:pt idx="11">
                  <c:v>0.12724537037037037</c:v>
                </c:pt>
                <c:pt idx="12">
                  <c:v>9.252314814814816E-2</c:v>
                </c:pt>
                <c:pt idx="13">
                  <c:v>0.13931712962962961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3E5-4CB3-836D-BCEC30A5CA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5126784"/>
        <c:axId val="195125248"/>
      </c:lineChart>
      <c:catAx>
        <c:axId val="1951051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07072"/>
        <c:crosses val="autoZero"/>
        <c:auto val="1"/>
        <c:lblAlgn val="ctr"/>
        <c:lblOffset val="100"/>
        <c:noMultiLvlLbl val="0"/>
      </c:catAx>
      <c:valAx>
        <c:axId val="195107072"/>
        <c:scaling>
          <c:orientation val="minMax"/>
          <c:max val="3000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05152"/>
        <c:crosses val="autoZero"/>
        <c:crossBetween val="between"/>
        <c:majorUnit val="5000"/>
      </c:valAx>
      <c:valAx>
        <c:axId val="195125248"/>
        <c:scaling>
          <c:orientation val="minMax"/>
          <c:max val="0.25"/>
          <c:min val="0"/>
        </c:scaling>
        <c:delete val="0"/>
        <c:axPos val="r"/>
        <c:numFmt formatCode="[h]:mm:ss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accent6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95126784"/>
        <c:crosses val="max"/>
        <c:crossBetween val="between"/>
        <c:majorUnit val="5.000000000000001E-2"/>
      </c:valAx>
      <c:catAx>
        <c:axId val="19512678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95125248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accent6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accent6"/>
          </a:solidFill>
        </a:defRPr>
      </a:pPr>
      <a:endParaRPr lang="en-US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pivotSource>
    <c:name>[Regression_Testing_POA#6.xlsx]Chart for TotalCPU &amp; Impact CPU!PivotTable5</c:name>
    <c:fmtId val="-1"/>
  </c:pivotSource>
  <c:chart>
    <c:autoTitleDeleted val="1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3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4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5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6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8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9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0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  <c:pivotFmt>
        <c:idx val="1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3"/>
        <c:spPr>
          <a:solidFill>
            <a:schemeClr val="accent1"/>
          </a:solidFill>
          <a:ln w="28575" cap="rnd">
            <a:solidFill>
              <a:schemeClr val="accent1"/>
            </a:solidFill>
            <a:round/>
          </a:ln>
          <a:effectLst/>
        </c:spPr>
        <c:marker>
          <c:symbol val="none"/>
        </c:marker>
      </c:pivotFmt>
    </c:pivotFmts>
    <c:plotArea>
      <c:layout>
        <c:manualLayout>
          <c:layoutTarget val="inner"/>
          <c:xMode val="edge"/>
          <c:yMode val="edge"/>
          <c:x val="6.883227738286464E-2"/>
          <c:y val="7.88582059110743E-2"/>
          <c:w val="0.874475437626555"/>
          <c:h val="0.70018632644933243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'Chart for TotalCPU &amp; Impact CPU'!$B$3</c:f>
              <c:strCache>
                <c:ptCount val="1"/>
                <c:pt idx="0">
                  <c:v>Sum of TOTALCPUTIME</c:v>
                </c:pt>
              </c:strCache>
            </c:strRef>
          </c:tx>
          <c:spPr>
            <a:solidFill>
              <a:srgbClr val="F3753F"/>
            </a:solidFill>
            <a:ln>
              <a:noFill/>
            </a:ln>
            <a:effectLst/>
          </c:spPr>
          <c:invertIfNegative val="0"/>
          <c:cat>
            <c:strRef>
              <c:f>'Chart for TotalCPU &amp; Impact CPU'!$A$4:$A$20</c:f>
              <c:strCache>
                <c:ptCount val="16"/>
                <c:pt idx="0">
                  <c:v>20-Aug</c:v>
                </c:pt>
                <c:pt idx="1">
                  <c:v>21-Aug</c:v>
                </c:pt>
                <c:pt idx="2">
                  <c:v>22-Aug</c:v>
                </c:pt>
                <c:pt idx="3">
                  <c:v>23-Aug</c:v>
                </c:pt>
                <c:pt idx="4">
                  <c:v>24-Aug</c:v>
                </c:pt>
                <c:pt idx="5">
                  <c:v>25-Aug</c:v>
                </c:pt>
                <c:pt idx="6">
                  <c:v>26-Aug</c:v>
                </c:pt>
                <c:pt idx="7">
                  <c:v>27-Aug</c:v>
                </c:pt>
                <c:pt idx="8">
                  <c:v>28-Aug</c:v>
                </c:pt>
                <c:pt idx="9">
                  <c:v>29-Aug</c:v>
                </c:pt>
                <c:pt idx="10">
                  <c:v>30-Aug</c:v>
                </c:pt>
                <c:pt idx="11">
                  <c:v>31-Aug</c:v>
                </c:pt>
                <c:pt idx="12">
                  <c:v>01-Sep</c:v>
                </c:pt>
                <c:pt idx="13">
                  <c:v>02-Sep</c:v>
                </c:pt>
                <c:pt idx="14">
                  <c:v>03-Sep</c:v>
                </c:pt>
                <c:pt idx="15">
                  <c:v>04-Sep</c:v>
                </c:pt>
              </c:strCache>
            </c:strRef>
          </c:cat>
          <c:val>
            <c:numRef>
              <c:f>'Chart for TotalCPU &amp; Impact CPU'!$B$4:$B$20</c:f>
              <c:numCache>
                <c:formatCode>General</c:formatCode>
                <c:ptCount val="16"/>
                <c:pt idx="0">
                  <c:v>24471.263999999999</c:v>
                </c:pt>
                <c:pt idx="1">
                  <c:v>24101.171999999999</c:v>
                </c:pt>
                <c:pt idx="2">
                  <c:v>24185.8</c:v>
                </c:pt>
                <c:pt idx="3">
                  <c:v>23547.164000000001</c:v>
                </c:pt>
                <c:pt idx="4">
                  <c:v>23358.635999999999</c:v>
                </c:pt>
                <c:pt idx="5">
                  <c:v>23401.38</c:v>
                </c:pt>
                <c:pt idx="6">
                  <c:v>23509.975999999999</c:v>
                </c:pt>
                <c:pt idx="7">
                  <c:v>23950.808000000001</c:v>
                </c:pt>
                <c:pt idx="8">
                  <c:v>23769.092000000001</c:v>
                </c:pt>
                <c:pt idx="9">
                  <c:v>24048.68</c:v>
                </c:pt>
                <c:pt idx="10">
                  <c:v>14573.924000000001</c:v>
                </c:pt>
                <c:pt idx="11">
                  <c:v>1689.8920000000001</c:v>
                </c:pt>
                <c:pt idx="12">
                  <c:v>1692.624</c:v>
                </c:pt>
                <c:pt idx="13">
                  <c:v>1701.34</c:v>
                </c:pt>
                <c:pt idx="14">
                  <c:v>1693.5640000000001</c:v>
                </c:pt>
                <c:pt idx="15">
                  <c:v>1737.116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AD-46B9-806A-0C96C96AAFEE}"/>
            </c:ext>
          </c:extLst>
        </c:ser>
        <c:ser>
          <c:idx val="2"/>
          <c:order val="2"/>
          <c:tx>
            <c:strRef>
              <c:f>'Chart for TotalCPU &amp; Impact CPU'!$D$3</c:f>
              <c:strCache>
                <c:ptCount val="1"/>
                <c:pt idx="0">
                  <c:v>Sum of IMPACTCPU</c:v>
                </c:pt>
              </c:strCache>
            </c:strRef>
          </c:tx>
          <c:spPr>
            <a:solidFill>
              <a:srgbClr val="00B2B2"/>
            </a:solidFill>
            <a:ln>
              <a:noFill/>
            </a:ln>
            <a:effectLst/>
          </c:spPr>
          <c:invertIfNegative val="0"/>
          <c:cat>
            <c:strRef>
              <c:f>'Chart for TotalCPU &amp; Impact CPU'!$A$4:$A$20</c:f>
              <c:strCache>
                <c:ptCount val="16"/>
                <c:pt idx="0">
                  <c:v>20-Aug</c:v>
                </c:pt>
                <c:pt idx="1">
                  <c:v>21-Aug</c:v>
                </c:pt>
                <c:pt idx="2">
                  <c:v>22-Aug</c:v>
                </c:pt>
                <c:pt idx="3">
                  <c:v>23-Aug</c:v>
                </c:pt>
                <c:pt idx="4">
                  <c:v>24-Aug</c:v>
                </c:pt>
                <c:pt idx="5">
                  <c:v>25-Aug</c:v>
                </c:pt>
                <c:pt idx="6">
                  <c:v>26-Aug</c:v>
                </c:pt>
                <c:pt idx="7">
                  <c:v>27-Aug</c:v>
                </c:pt>
                <c:pt idx="8">
                  <c:v>28-Aug</c:v>
                </c:pt>
                <c:pt idx="9">
                  <c:v>29-Aug</c:v>
                </c:pt>
                <c:pt idx="10">
                  <c:v>30-Aug</c:v>
                </c:pt>
                <c:pt idx="11">
                  <c:v>31-Aug</c:v>
                </c:pt>
                <c:pt idx="12">
                  <c:v>01-Sep</c:v>
                </c:pt>
                <c:pt idx="13">
                  <c:v>02-Sep</c:v>
                </c:pt>
                <c:pt idx="14">
                  <c:v>03-Sep</c:v>
                </c:pt>
                <c:pt idx="15">
                  <c:v>04-Sep</c:v>
                </c:pt>
              </c:strCache>
            </c:strRef>
          </c:cat>
          <c:val>
            <c:numRef>
              <c:f>'Chart for TotalCPU &amp; Impact CPU'!$D$4:$D$20</c:f>
              <c:numCache>
                <c:formatCode>General</c:formatCode>
                <c:ptCount val="16"/>
                <c:pt idx="0">
                  <c:v>25649.328000000001</c:v>
                </c:pt>
                <c:pt idx="1">
                  <c:v>25083.792000000001</c:v>
                </c:pt>
                <c:pt idx="2">
                  <c:v>25220.016</c:v>
                </c:pt>
                <c:pt idx="3">
                  <c:v>24491.423999999999</c:v>
                </c:pt>
                <c:pt idx="4">
                  <c:v>24289.151999999998</c:v>
                </c:pt>
                <c:pt idx="5">
                  <c:v>24396.48</c:v>
                </c:pt>
                <c:pt idx="6">
                  <c:v>24516.191999999999</c:v>
                </c:pt>
                <c:pt idx="7">
                  <c:v>25038.383999999998</c:v>
                </c:pt>
                <c:pt idx="8">
                  <c:v>24904.223999999998</c:v>
                </c:pt>
                <c:pt idx="9">
                  <c:v>25017.743999999999</c:v>
                </c:pt>
                <c:pt idx="10">
                  <c:v>15486.191999999999</c:v>
                </c:pt>
                <c:pt idx="11">
                  <c:v>2398.3679999999999</c:v>
                </c:pt>
                <c:pt idx="12">
                  <c:v>2449.9679999999998</c:v>
                </c:pt>
                <c:pt idx="13">
                  <c:v>2443.7759999999998</c:v>
                </c:pt>
                <c:pt idx="14">
                  <c:v>2421.0720000000001</c:v>
                </c:pt>
                <c:pt idx="15">
                  <c:v>2480.9279999999999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AD-46B9-806A-0C96C96AA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75"/>
        <c:overlap val="-25"/>
        <c:axId val="446594920"/>
        <c:axId val="446594592"/>
      </c:barChart>
      <c:lineChart>
        <c:grouping val="standard"/>
        <c:varyColors val="0"/>
        <c:ser>
          <c:idx val="1"/>
          <c:order val="1"/>
          <c:tx>
            <c:strRef>
              <c:f>'Chart for TotalCPU &amp; Impact CPU'!$C$3</c:f>
              <c:strCache>
                <c:ptCount val="1"/>
                <c:pt idx="0">
                  <c:v>Sum of Frequency</c:v>
                </c:pt>
              </c:strCache>
            </c:strRef>
          </c:tx>
          <c:spPr>
            <a:ln w="28575" cap="rnd">
              <a:noFill/>
              <a:round/>
            </a:ln>
            <a:effectLst/>
          </c:spPr>
          <c:marker>
            <c:symbol val="square"/>
            <c:size val="5"/>
            <c:spPr>
              <a:solidFill>
                <a:srgbClr val="181717"/>
              </a:solidFill>
              <a:ln w="9525">
                <a:solidFill>
                  <a:schemeClr val="accent2"/>
                </a:solidFill>
              </a:ln>
              <a:effectLst/>
            </c:spPr>
          </c:marker>
          <c:cat>
            <c:strRef>
              <c:f>'Chart for TotalCPU &amp; Impact CPU'!$A$4:$A$20</c:f>
              <c:strCache>
                <c:ptCount val="16"/>
                <c:pt idx="0">
                  <c:v>20-Aug</c:v>
                </c:pt>
                <c:pt idx="1">
                  <c:v>21-Aug</c:v>
                </c:pt>
                <c:pt idx="2">
                  <c:v>22-Aug</c:v>
                </c:pt>
                <c:pt idx="3">
                  <c:v>23-Aug</c:v>
                </c:pt>
                <c:pt idx="4">
                  <c:v>24-Aug</c:v>
                </c:pt>
                <c:pt idx="5">
                  <c:v>25-Aug</c:v>
                </c:pt>
                <c:pt idx="6">
                  <c:v>26-Aug</c:v>
                </c:pt>
                <c:pt idx="7">
                  <c:v>27-Aug</c:v>
                </c:pt>
                <c:pt idx="8">
                  <c:v>28-Aug</c:v>
                </c:pt>
                <c:pt idx="9">
                  <c:v>29-Aug</c:v>
                </c:pt>
                <c:pt idx="10">
                  <c:v>30-Aug</c:v>
                </c:pt>
                <c:pt idx="11">
                  <c:v>31-Aug</c:v>
                </c:pt>
                <c:pt idx="12">
                  <c:v>01-Sep</c:v>
                </c:pt>
                <c:pt idx="13">
                  <c:v>02-Sep</c:v>
                </c:pt>
                <c:pt idx="14">
                  <c:v>03-Sep</c:v>
                </c:pt>
                <c:pt idx="15">
                  <c:v>04-Sep</c:v>
                </c:pt>
              </c:strCache>
            </c:strRef>
          </c:cat>
          <c:val>
            <c:numRef>
              <c:f>'Chart for TotalCPU &amp; Impact CPU'!$C$4:$C$20</c:f>
              <c:numCache>
                <c:formatCode>General</c:formatCode>
                <c:ptCount val="16"/>
                <c:pt idx="0">
                  <c:v>28</c:v>
                </c:pt>
                <c:pt idx="1">
                  <c:v>28</c:v>
                </c:pt>
                <c:pt idx="2">
                  <c:v>28</c:v>
                </c:pt>
                <c:pt idx="3">
                  <c:v>28</c:v>
                </c:pt>
                <c:pt idx="4">
                  <c:v>28</c:v>
                </c:pt>
                <c:pt idx="5">
                  <c:v>28</c:v>
                </c:pt>
                <c:pt idx="6">
                  <c:v>28</c:v>
                </c:pt>
                <c:pt idx="7">
                  <c:v>28</c:v>
                </c:pt>
                <c:pt idx="8">
                  <c:v>28</c:v>
                </c:pt>
                <c:pt idx="9">
                  <c:v>28</c:v>
                </c:pt>
                <c:pt idx="10">
                  <c:v>28</c:v>
                </c:pt>
                <c:pt idx="11">
                  <c:v>28</c:v>
                </c:pt>
                <c:pt idx="12">
                  <c:v>28</c:v>
                </c:pt>
                <c:pt idx="13">
                  <c:v>28</c:v>
                </c:pt>
                <c:pt idx="14">
                  <c:v>28</c:v>
                </c:pt>
                <c:pt idx="15">
                  <c:v>28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2AD-46B9-806A-0C96C96AAF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26806720"/>
        <c:axId val="226820168"/>
      </c:lineChart>
      <c:catAx>
        <c:axId val="4465949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1140000" spcFirstLastPara="1" vertOverflow="ellipsis" wrap="square" anchor="ctr" anchorCtr="1"/>
          <a:lstStyle/>
          <a:p>
            <a:pPr>
              <a:defRPr sz="900" b="0" i="0" u="none" strike="noStrike" kern="1200" baseline="0">
                <a:solidFill>
                  <a:srgbClr val="3848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6594592"/>
        <c:crosses val="autoZero"/>
        <c:auto val="1"/>
        <c:lblAlgn val="ctr"/>
        <c:lblOffset val="100"/>
        <c:noMultiLvlLbl val="0"/>
      </c:catAx>
      <c:valAx>
        <c:axId val="4465945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3848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CPU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3848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848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46594920"/>
        <c:crosses val="autoZero"/>
        <c:crossBetween val="between"/>
        <c:dispUnits>
          <c:builtInUnit val="thousands"/>
          <c:dispUnitsLbl>
            <c:spPr>
              <a:noFill/>
              <a:ln>
                <a:noFill/>
              </a:ln>
              <a:effectLst/>
            </c:spPr>
            <c:txPr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38485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</c:dispUnitsLbl>
        </c:dispUnits>
      </c:valAx>
      <c:valAx>
        <c:axId val="226820168"/>
        <c:scaling>
          <c:orientation val="minMax"/>
        </c:scaling>
        <c:delete val="0"/>
        <c:axPos val="r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rgbClr val="384851"/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/>
                  <a:t>Query Frequency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000" b="0" i="0" u="none" strike="noStrike" kern="1200" baseline="0">
                  <a:solidFill>
                    <a:srgbClr val="384851"/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rgbClr val="38485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26806720"/>
        <c:crosses val="max"/>
        <c:crossBetween val="between"/>
      </c:valAx>
      <c:catAx>
        <c:axId val="226806720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226820168"/>
        <c:crosses val="autoZero"/>
        <c:auto val="1"/>
        <c:lblAlgn val="ctr"/>
        <c:lblOffset val="100"/>
        <c:noMultiLvlLbl val="0"/>
      </c:catAx>
      <c:spPr>
        <a:solidFill>
          <a:schemeClr val="bg1">
            <a:lumMod val="85000"/>
          </a:schemeClr>
        </a:solidFill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rgbClr val="384851"/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>
          <a:solidFill>
            <a:srgbClr val="384851"/>
          </a:solidFill>
        </a:defRPr>
      </a:pPr>
      <a:endParaRPr lang="en-US"/>
    </a:p>
  </c:txPr>
  <c:externalData r:id="rId4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eries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B940BE6-822E-64E4-1B8E-DA7E8F6DD8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7189AF-1ECF-6BAB-FF9F-5123FC35C2C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B54DF-B86B-46FB-8D6A-C2382CF829E1}" type="datetimeFigureOut">
              <a:rPr lang="en-US" smtClean="0"/>
              <a:t>7/24/2024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B6D8A-B76E-1FE3-CBCB-324306462A1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1A8C5-7999-5B2D-A25A-BAC3F6E0035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2928F0-F7E2-4432-9CF2-3F469E9D2A0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302131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D39379-ACCC-A94F-B10E-ED7DE222C28C}" type="datetimeFigureOut">
              <a:rPr lang="en-US"/>
              <a:t>7/24/2024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0CB422-1C33-CB43-B2F9-92730F80FF20}" type="slidenum">
              <a:r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20566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CB422-1C33-CB43-B2F9-92730F80FF2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8096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CB422-1C33-CB43-B2F9-92730F80FF20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85182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b="1">
              <a:ea typeface="Inter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/>
              <a:t>Catalogue of Managed services offers available for </a:t>
            </a:r>
            <a:r>
              <a:rPr lang="en-IN" err="1"/>
              <a:t>VantageCloud</a:t>
            </a:r>
            <a:r>
              <a:rPr lang="en-IN"/>
              <a:t> Enterprise, </a:t>
            </a:r>
            <a:r>
              <a:rPr lang="en-IN" err="1"/>
              <a:t>VantageCloud</a:t>
            </a:r>
            <a:r>
              <a:rPr lang="en-IN"/>
              <a:t> Lake and Vantage Core</a:t>
            </a:r>
            <a:endParaRPr lang="en-IN">
              <a:ea typeface="Inter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 err="1"/>
              <a:t>VantageCloud</a:t>
            </a:r>
            <a:r>
              <a:rPr lang="en-IN"/>
              <a:t> Lake - Services cater to the Primary cluster only as of the date</a:t>
            </a:r>
            <a:endParaRPr lang="en-IN">
              <a:ea typeface="Inter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/>
          </a:p>
          <a:p>
            <a:pPr marL="171450" lvl="0" indent="-171450">
              <a:buFont typeface="Arial" panose="020B0604020202020204" pitchFamily="34" charset="0"/>
              <a:buChar char="•"/>
            </a:pPr>
            <a:r>
              <a:rPr lang="en-IN"/>
              <a:t>Highlight Customer Logo, Active contracts and team strength</a:t>
            </a:r>
            <a:endParaRPr lang="en-IN">
              <a:ea typeface="Inter"/>
            </a:endParaRPr>
          </a:p>
          <a:p>
            <a:pPr marL="171450" lvl="0" indent="-171450">
              <a:buFont typeface="Arial" panose="020B0604020202020204" pitchFamily="34" charset="0"/>
              <a:buChar char="•"/>
            </a:pPr>
            <a:endParaRPr lang="en-IN">
              <a:ea typeface="Inter"/>
            </a:endParaRPr>
          </a:p>
          <a:p>
            <a:r>
              <a:rPr lang="en-IN">
                <a:ea typeface="Inter"/>
              </a:rPr>
              <a:t>Michelle ==&gt; Mahesh</a:t>
            </a:r>
          </a:p>
          <a:p>
            <a:endParaRPr lang="en-IN">
              <a:ea typeface="Inter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endParaRPr lang="en-IN">
              <a:ea typeface="Inter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IN">
              <a:ea typeface="Inter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FDCFA53-E6C0-FD4E-82A8-4284543D796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2786644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0CB422-1C33-CB43-B2F9-92730F80FF20}" type="slidenum">
              <a:rPr lang="en-US" smtClean="0"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4504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">
            <a:extLst>
              <a:ext uri="{FF2B5EF4-FFF2-40B4-BE49-F238E27FC236}">
                <a16:creationId xmlns:a16="http://schemas.microsoft.com/office/drawing/2014/main" id="{3E78A975-D9E4-6041-AA60-E8C7B6D1C5D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25" y="214222"/>
            <a:ext cx="6121948" cy="6643777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449EF775-5584-E946-8938-205B2DC9BE28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9390433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">
            <a:extLst>
              <a:ext uri="{FF2B5EF4-FFF2-40B4-BE49-F238E27FC236}">
                <a16:creationId xmlns:a16="http://schemas.microsoft.com/office/drawing/2014/main" id="{4373D2C2-60ED-7E43-A7C3-9D90356E228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8114" y="209305"/>
            <a:ext cx="6126480" cy="6648695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CE55F7B1-D281-5C48-BE07-26F5DCA33A3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9812906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ackground">
            <a:extLst>
              <a:ext uri="{FF2B5EF4-FFF2-40B4-BE49-F238E27FC236}">
                <a16:creationId xmlns:a16="http://schemas.microsoft.com/office/drawing/2014/main" id="{D027DA4B-BB50-5B44-AAC8-29A80E8F43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Logo">
            <a:extLst>
              <a:ext uri="{FF2B5EF4-FFF2-40B4-BE49-F238E27FC236}">
                <a16:creationId xmlns:a16="http://schemas.microsoft.com/office/drawing/2014/main" id="{E9B987B8-285B-5041-A418-9686A7AD8BC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E1003F7-D320-D84C-8648-5474103055AE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854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5352530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ackground">
            <a:extLst>
              <a:ext uri="{FF2B5EF4-FFF2-40B4-BE49-F238E27FC236}">
                <a16:creationId xmlns:a16="http://schemas.microsoft.com/office/drawing/2014/main" id="{C18DF2D9-8DB2-C549-808A-795EE47210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2335F0AE-35E3-3D43-BDE0-31F539CB56B2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66928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76314331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">
            <a:extLst>
              <a:ext uri="{FF2B5EF4-FFF2-40B4-BE49-F238E27FC236}">
                <a16:creationId xmlns:a16="http://schemas.microsoft.com/office/drawing/2014/main" id="{DCEE08B8-98A2-6041-8ED3-C67B4A3756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2253" y="1"/>
            <a:ext cx="5638800" cy="6858000"/>
          </a:xfrm>
          <a:prstGeom prst="rect">
            <a:avLst/>
          </a:prstGeom>
        </p:spPr>
      </p:pic>
      <p:pic>
        <p:nvPicPr>
          <p:cNvPr id="11" name="Logo">
            <a:extLst>
              <a:ext uri="{FF2B5EF4-FFF2-40B4-BE49-F238E27FC236}">
                <a16:creationId xmlns:a16="http://schemas.microsoft.com/office/drawing/2014/main" id="{B21EE6D7-2358-804C-B0B8-CE0ABF36826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A9EC951A-35E5-134F-B201-57C4BB12D59B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400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57200" y="2095501"/>
            <a:ext cx="5943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</a:t>
            </a:r>
            <a:br>
              <a:rPr lang="en-US"/>
            </a:br>
            <a:r>
              <a:rPr lang="en-US"/>
              <a:t>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3657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55918866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6081A83-1FE8-E246-B362-5906D64143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br>
              <a:rPr lang="en-US" dirty="0"/>
            </a:br>
            <a:r>
              <a:rPr lang="en-US" dirty="0"/>
              <a:t>Select this picture placeholder, </a:t>
            </a:r>
            <a:br>
              <a:rPr lang="en-US" dirty="0"/>
            </a:br>
            <a:r>
              <a:rPr lang="en-US" dirty="0"/>
              <a:t>then go to Insert tab &gt; Pictures to add picture.</a:t>
            </a:r>
            <a:br>
              <a:rPr lang="en-US" dirty="0"/>
            </a:br>
            <a:r>
              <a:rPr lang="en-US" dirty="0"/>
              <a:t>Date, title, subtitle, logo and footer must sit on top of picture.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10" name="Logo">
            <a:extLst>
              <a:ext uri="{FF2B5EF4-FFF2-40B4-BE49-F238E27FC236}">
                <a16:creationId xmlns:a16="http://schemas.microsoft.com/office/drawing/2014/main" id="{141FFC39-2928-CA48-8709-BDF1EF263D3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841" y="5926796"/>
            <a:ext cx="1946270" cy="690115"/>
          </a:xfrm>
          <a:prstGeom prst="rect">
            <a:avLst/>
          </a:prstGeom>
        </p:spPr>
      </p:pic>
      <p:sp>
        <p:nvSpPr>
          <p:cNvPr id="8" name="Copyright">
            <a:extLst>
              <a:ext uri="{FF2B5EF4-FFF2-40B4-BE49-F238E27FC236}">
                <a16:creationId xmlns:a16="http://schemas.microsoft.com/office/drawing/2014/main" id="{5C3B9F17-1AB3-A64F-B165-6C83BAD13AC6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1943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038600"/>
            <a:ext cx="8229600" cy="1905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12047569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7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908098F-1E23-7048-8F41-75E5158D0F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AD1DA9DB-956D-A643-A5A0-324AAA43577C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26607228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8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go">
            <a:extLst>
              <a:ext uri="{FF2B5EF4-FFF2-40B4-BE49-F238E27FC236}">
                <a16:creationId xmlns:a16="http://schemas.microsoft.com/office/drawing/2014/main" id="{FFDCB7D5-4250-F147-B722-235B618178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39" y="5926796"/>
            <a:ext cx="1946275" cy="690115"/>
          </a:xfrm>
          <a:prstGeom prst="rect">
            <a:avLst/>
          </a:prstGeom>
        </p:spPr>
      </p:pic>
      <p:sp>
        <p:nvSpPr>
          <p:cNvPr id="7" name="Copyright">
            <a:extLst>
              <a:ext uri="{FF2B5EF4-FFF2-40B4-BE49-F238E27FC236}">
                <a16:creationId xmlns:a16="http://schemas.microsoft.com/office/drawing/2014/main" id="{C6FE68ED-BCA3-1F41-BB1B-DA6009CC06AA}"/>
              </a:ext>
            </a:extLst>
          </p:cNvPr>
          <p:cNvSpPr txBox="1"/>
          <p:nvPr userDrawn="1"/>
        </p:nvSpPr>
        <p:spPr>
          <a:xfrm>
            <a:off x="2398542" y="6144311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ACD8A34C-33ED-3C4E-9FB3-60F4241B2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395728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7B22E43A-F46B-EB4B-BFD6-CE1FD0D48C2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5029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[Optional date]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9A0ACD-10A4-B21F-C438-06E76F6B88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200" y="2095501"/>
            <a:ext cx="8229600" cy="2705099"/>
          </a:xfrm>
        </p:spPr>
        <p:txBody>
          <a:bodyPr anchor="t" anchorCtr="0"/>
          <a:lstStyle>
            <a:lvl1pPr algn="l">
              <a:lnSpc>
                <a:spcPct val="90000"/>
              </a:lnSpc>
              <a:defRPr sz="6000" spc="-10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8711D4-8E30-D5EF-254D-4B48779F24A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4800600"/>
            <a:ext cx="8229600" cy="11430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[Optional subtitle or presenter name]</a:t>
            </a:r>
          </a:p>
        </p:txBody>
      </p:sp>
    </p:spTree>
    <p:extLst>
      <p:ext uri="{BB962C8B-B14F-4D97-AF65-F5344CB8AC3E}">
        <p14:creationId xmlns:p14="http://schemas.microsoft.com/office/powerpoint/2010/main" val="3136736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20" userDrawn="1">
          <p15:clr>
            <a:srgbClr val="FBAE40"/>
          </p15:clr>
        </p15:guide>
        <p15:guide id="2" orient="horz" pos="3024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3820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2438400"/>
            <a:ext cx="83820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16358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556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12168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552297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532D5405-67A0-AD4D-A4B8-BA2CE7E55A95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10300" y="2438400"/>
            <a:ext cx="55245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80282250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912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360000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193038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2707" userDrawn="1">
          <p15:clr>
            <a:srgbClr val="FBAE40"/>
          </p15:clr>
        </p15:guide>
        <p15:guide id="5" pos="5122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265176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2F1CC4E4-8B4D-FF44-8B8B-C41860B786F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6924" y="2438400"/>
            <a:ext cx="2647315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C0FCB5A8-8D5E-8D44-A724-08344A21D5FB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10300" y="2438400"/>
            <a:ext cx="264922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7A1E9A39-BF26-6444-9BA2-3061D16FEB1F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2438400"/>
            <a:ext cx="2647950" cy="3505200"/>
          </a:xfrm>
        </p:spPr>
        <p:txBody>
          <a:bodyPr/>
          <a:lstStyle>
            <a:lvl1pPr>
              <a:spcAft>
                <a:spcPts val="800"/>
              </a:spcAft>
              <a:defRPr sz="1800"/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6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876912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  <p15:guide id="6" pos="5724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/3-1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744537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77E883C-1876-9340-88E3-67B75D362D51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8131175" y="2438400"/>
            <a:ext cx="3603625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372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5" pos="5122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3-2/3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3602736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297362" y="2438400"/>
            <a:ext cx="7437438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86968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2707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2693170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5E98C1-843F-DE90-5967-75A554A05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A96BE7-6152-F277-5551-119903D30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3116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744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105100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42517859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hrive Graphic ">
            <a:extLst>
              <a:ext uri="{FF2B5EF4-FFF2-40B4-BE49-F238E27FC236}">
                <a16:creationId xmlns:a16="http://schemas.microsoft.com/office/drawing/2014/main" id="{4255D18E-1050-9F4C-8214-959B55FEBA06}"/>
              </a:ext>
            </a:extLst>
          </p:cNvPr>
          <p:cNvSpPr/>
          <p:nvPr userDrawn="1"/>
        </p:nvSpPr>
        <p:spPr>
          <a:xfrm>
            <a:off x="0" y="1028700"/>
            <a:ext cx="9382578" cy="5829300"/>
          </a:xfrm>
          <a:custGeom>
            <a:avLst/>
            <a:gdLst>
              <a:gd name="connsiteX0" fmla="*/ 0 w 9382578"/>
              <a:gd name="connsiteY0" fmla="*/ 0 h 5829300"/>
              <a:gd name="connsiteX1" fmla="*/ 6467928 w 9382578"/>
              <a:gd name="connsiteY1" fmla="*/ 0 h 5829300"/>
              <a:gd name="connsiteX2" fmla="*/ 6568225 w 9382578"/>
              <a:gd name="connsiteY2" fmla="*/ 0 h 5829300"/>
              <a:gd name="connsiteX3" fmla="*/ 6568225 w 9382578"/>
              <a:gd name="connsiteY3" fmla="*/ 2536 h 5829300"/>
              <a:gd name="connsiteX4" fmla="*/ 6617916 w 9382578"/>
              <a:gd name="connsiteY4" fmla="*/ 3793 h 5829300"/>
              <a:gd name="connsiteX5" fmla="*/ 9382578 w 9382578"/>
              <a:gd name="connsiteY5" fmla="*/ 2914650 h 5829300"/>
              <a:gd name="connsiteX6" fmla="*/ 6617916 w 9382578"/>
              <a:gd name="connsiteY6" fmla="*/ 5825508 h 5829300"/>
              <a:gd name="connsiteX7" fmla="*/ 6568225 w 9382578"/>
              <a:gd name="connsiteY7" fmla="*/ 5826764 h 5829300"/>
              <a:gd name="connsiteX8" fmla="*/ 6568225 w 9382578"/>
              <a:gd name="connsiteY8" fmla="*/ 5829300 h 5829300"/>
              <a:gd name="connsiteX9" fmla="*/ 6467928 w 9382578"/>
              <a:gd name="connsiteY9" fmla="*/ 5829300 h 5829300"/>
              <a:gd name="connsiteX10" fmla="*/ 0 w 9382578"/>
              <a:gd name="connsiteY10" fmla="*/ 5829300 h 5829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382578" h="5829300">
                <a:moveTo>
                  <a:pt x="0" y="0"/>
                </a:moveTo>
                <a:lnTo>
                  <a:pt x="6467928" y="0"/>
                </a:lnTo>
                <a:lnTo>
                  <a:pt x="6568225" y="0"/>
                </a:lnTo>
                <a:lnTo>
                  <a:pt x="6568225" y="2536"/>
                </a:lnTo>
                <a:lnTo>
                  <a:pt x="6617916" y="3793"/>
                </a:lnTo>
                <a:cubicBezTo>
                  <a:pt x="8157929" y="81856"/>
                  <a:pt x="9382578" y="1355237"/>
                  <a:pt x="9382578" y="2914650"/>
                </a:cubicBezTo>
                <a:cubicBezTo>
                  <a:pt x="9382578" y="4474064"/>
                  <a:pt x="8157929" y="5747444"/>
                  <a:pt x="6617916" y="5825508"/>
                </a:cubicBezTo>
                <a:lnTo>
                  <a:pt x="6568225" y="5826764"/>
                </a:lnTo>
                <a:lnTo>
                  <a:pt x="6568225" y="5829300"/>
                </a:lnTo>
                <a:lnTo>
                  <a:pt x="6467928" y="5829300"/>
                </a:lnTo>
                <a:lnTo>
                  <a:pt x="0" y="58293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32255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hrive Graphic">
            <a:extLst>
              <a:ext uri="{FF2B5EF4-FFF2-40B4-BE49-F238E27FC236}">
                <a16:creationId xmlns:a16="http://schemas.microsoft.com/office/drawing/2014/main" id="{E1F63B42-0D22-8E40-915C-0A49F423A783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77010949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Background">
            <a:extLst>
              <a:ext uri="{FF2B5EF4-FFF2-40B4-BE49-F238E27FC236}">
                <a16:creationId xmlns:a16="http://schemas.microsoft.com/office/drawing/2014/main" id="{1DD06E22-8F8E-6F49-91FB-6A22C2BB930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Thrive Graphic">
            <a:extLst>
              <a:ext uri="{FF2B5EF4-FFF2-40B4-BE49-F238E27FC236}">
                <a16:creationId xmlns:a16="http://schemas.microsoft.com/office/drawing/2014/main" id="{F71C0FC7-7931-054F-84D3-8BE1CC005B86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A6E1C59-E258-794F-9CB0-0AB8B92668CB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209108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97177028-EC0C-E347-99BF-345A1F498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323465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hrive Graphic">
            <a:extLst>
              <a:ext uri="{FF2B5EF4-FFF2-40B4-BE49-F238E27FC236}">
                <a16:creationId xmlns:a16="http://schemas.microsoft.com/office/drawing/2014/main" id="{E7BCFBB9-51AF-6643-BD24-EFB26F46D3F8}"/>
              </a:ext>
            </a:extLst>
          </p:cNvPr>
          <p:cNvSpPr/>
          <p:nvPr userDrawn="1"/>
        </p:nvSpPr>
        <p:spPr>
          <a:xfrm>
            <a:off x="1" y="0"/>
            <a:ext cx="10363077" cy="6858000"/>
          </a:xfrm>
          <a:custGeom>
            <a:avLst/>
            <a:gdLst>
              <a:gd name="connsiteX0" fmla="*/ 0 w 10363077"/>
              <a:gd name="connsiteY0" fmla="*/ 0 h 6858000"/>
              <a:gd name="connsiteX1" fmla="*/ 6934077 w 10363077"/>
              <a:gd name="connsiteY1" fmla="*/ 0 h 6858000"/>
              <a:gd name="connsiteX2" fmla="*/ 7052074 w 10363077"/>
              <a:gd name="connsiteY2" fmla="*/ 0 h 6858000"/>
              <a:gd name="connsiteX3" fmla="*/ 7052074 w 10363077"/>
              <a:gd name="connsiteY3" fmla="*/ 2984 h 6858000"/>
              <a:gd name="connsiteX4" fmla="*/ 7110534 w 10363077"/>
              <a:gd name="connsiteY4" fmla="*/ 4462 h 6858000"/>
              <a:gd name="connsiteX5" fmla="*/ 10363077 w 10363077"/>
              <a:gd name="connsiteY5" fmla="*/ 3429000 h 6858000"/>
              <a:gd name="connsiteX6" fmla="*/ 7110534 w 10363077"/>
              <a:gd name="connsiteY6" fmla="*/ 6853539 h 6858000"/>
              <a:gd name="connsiteX7" fmla="*/ 7052074 w 10363077"/>
              <a:gd name="connsiteY7" fmla="*/ 6855017 h 6858000"/>
              <a:gd name="connsiteX8" fmla="*/ 7052074 w 10363077"/>
              <a:gd name="connsiteY8" fmla="*/ 6858000 h 6858000"/>
              <a:gd name="connsiteX9" fmla="*/ 6934077 w 10363077"/>
              <a:gd name="connsiteY9" fmla="*/ 6858000 h 6858000"/>
              <a:gd name="connsiteX10" fmla="*/ 0 w 10363077"/>
              <a:gd name="connsiteY10" fmla="*/ 6858000 h 6858000"/>
              <a:gd name="connsiteX11" fmla="*/ 0 w 10363077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363077" h="6858000">
                <a:moveTo>
                  <a:pt x="0" y="0"/>
                </a:moveTo>
                <a:lnTo>
                  <a:pt x="6934077" y="0"/>
                </a:lnTo>
                <a:lnTo>
                  <a:pt x="7052074" y="0"/>
                </a:lnTo>
                <a:lnTo>
                  <a:pt x="7052074" y="2984"/>
                </a:lnTo>
                <a:lnTo>
                  <a:pt x="7110534" y="4462"/>
                </a:lnTo>
                <a:cubicBezTo>
                  <a:pt x="8922313" y="96301"/>
                  <a:pt x="10363077" y="1594397"/>
                  <a:pt x="10363077" y="3429000"/>
                </a:cubicBezTo>
                <a:cubicBezTo>
                  <a:pt x="10363077" y="5263605"/>
                  <a:pt x="8922313" y="6761699"/>
                  <a:pt x="7110534" y="6853539"/>
                </a:cubicBezTo>
                <a:lnTo>
                  <a:pt x="7052074" y="6855017"/>
                </a:lnTo>
                <a:lnTo>
                  <a:pt x="7052074" y="6858000"/>
                </a:lnTo>
                <a:lnTo>
                  <a:pt x="6934077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>
              <a:solidFill>
                <a:schemeClr val="tx1"/>
              </a:solidFill>
            </a:endParaRPr>
          </a:p>
        </p:txBody>
      </p:sp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3152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807DFDA-51D2-354F-8CEE-F1EF514786C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6028626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Background">
            <a:extLst>
              <a:ext uri="{FF2B5EF4-FFF2-40B4-BE49-F238E27FC236}">
                <a16:creationId xmlns:a16="http://schemas.microsoft.com/office/drawing/2014/main" id="{95B33452-B753-4847-AFFD-EB80EE67789D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7B44C3-B81B-1748-8142-3F68F78EF526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606253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9291110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9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Logo">
            <a:extLst>
              <a:ext uri="{FF2B5EF4-FFF2-40B4-BE49-F238E27FC236}">
                <a16:creationId xmlns:a16="http://schemas.microsoft.com/office/drawing/2014/main" id="{FD637ACE-F8F6-744F-BF9A-6AF44AA9066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EBE9A3-D8D4-787A-6D94-D68697B064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440F4-BB7F-E473-76C3-7A3F00E98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Eyebrow">
            <a:extLst>
              <a:ext uri="{FF2B5EF4-FFF2-40B4-BE49-F238E27FC236}">
                <a16:creationId xmlns:a16="http://schemas.microsoft.com/office/drawing/2014/main" id="{50F666B8-AE33-CC4F-9FCB-DDEDBA8E55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79552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1600199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4038601"/>
            <a:ext cx="7955280" cy="1013459"/>
          </a:xfrm>
        </p:spPr>
        <p:txBody>
          <a:bodyPr/>
          <a:lstStyle>
            <a:lvl1pPr marL="0" indent="0">
              <a:spcAft>
                <a:spcPts val="800"/>
              </a:spcAft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98725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544" userDrawn="1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B1B5F96B-3AB6-BD46-8483-736A5B16B07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Thrive Graphic">
            <a:extLst>
              <a:ext uri="{FF2B5EF4-FFF2-40B4-BE49-F238E27FC236}">
                <a16:creationId xmlns:a16="http://schemas.microsoft.com/office/drawing/2014/main" id="{6825D9C4-C0DB-A944-85D9-5DFDB1D34DF9}"/>
              </a:ext>
            </a:extLst>
          </p:cNvPr>
          <p:cNvSpPr/>
          <p:nvPr userDrawn="1"/>
        </p:nvSpPr>
        <p:spPr>
          <a:xfrm>
            <a:off x="0" y="0"/>
            <a:ext cx="9634648" cy="6858000"/>
          </a:xfrm>
          <a:custGeom>
            <a:avLst/>
            <a:gdLst>
              <a:gd name="connsiteX0" fmla="*/ 0 w 9634648"/>
              <a:gd name="connsiteY0" fmla="*/ 0 h 6858000"/>
              <a:gd name="connsiteX1" fmla="*/ 6208684 w 9634648"/>
              <a:gd name="connsiteY1" fmla="*/ 0 h 6858000"/>
              <a:gd name="connsiteX2" fmla="*/ 6326576 w 9634648"/>
              <a:gd name="connsiteY2" fmla="*/ 0 h 6858000"/>
              <a:gd name="connsiteX3" fmla="*/ 6326576 w 9634648"/>
              <a:gd name="connsiteY3" fmla="*/ 2984 h 6858000"/>
              <a:gd name="connsiteX4" fmla="*/ 6384984 w 9634648"/>
              <a:gd name="connsiteY4" fmla="*/ 4462 h 6858000"/>
              <a:gd name="connsiteX5" fmla="*/ 9634648 w 9634648"/>
              <a:gd name="connsiteY5" fmla="*/ 3429000 h 6858000"/>
              <a:gd name="connsiteX6" fmla="*/ 6384984 w 9634648"/>
              <a:gd name="connsiteY6" fmla="*/ 6853539 h 6858000"/>
              <a:gd name="connsiteX7" fmla="*/ 6326576 w 9634648"/>
              <a:gd name="connsiteY7" fmla="*/ 6855017 h 6858000"/>
              <a:gd name="connsiteX8" fmla="*/ 6326576 w 9634648"/>
              <a:gd name="connsiteY8" fmla="*/ 6858000 h 6858000"/>
              <a:gd name="connsiteX9" fmla="*/ 6208684 w 9634648"/>
              <a:gd name="connsiteY9" fmla="*/ 6858000 h 6858000"/>
              <a:gd name="connsiteX10" fmla="*/ 0 w 9634648"/>
              <a:gd name="connsiteY10" fmla="*/ 6858000 h 6858000"/>
              <a:gd name="connsiteX11" fmla="*/ 0 w 9634648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634648" h="6858000">
                <a:moveTo>
                  <a:pt x="0" y="0"/>
                </a:moveTo>
                <a:lnTo>
                  <a:pt x="6208684" y="0"/>
                </a:lnTo>
                <a:lnTo>
                  <a:pt x="6326576" y="0"/>
                </a:lnTo>
                <a:lnTo>
                  <a:pt x="6326576" y="2984"/>
                </a:lnTo>
                <a:lnTo>
                  <a:pt x="6384984" y="4462"/>
                </a:lnTo>
                <a:cubicBezTo>
                  <a:pt x="8195160" y="96301"/>
                  <a:pt x="9634648" y="1594397"/>
                  <a:pt x="9634648" y="3429000"/>
                </a:cubicBezTo>
                <a:cubicBezTo>
                  <a:pt x="9634648" y="5263605"/>
                  <a:pt x="8195160" y="6761699"/>
                  <a:pt x="6384984" y="6853539"/>
                </a:cubicBezTo>
                <a:lnTo>
                  <a:pt x="6326576" y="6855017"/>
                </a:lnTo>
                <a:lnTo>
                  <a:pt x="6326576" y="6858000"/>
                </a:lnTo>
                <a:lnTo>
                  <a:pt x="6208684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noAutofit/>
          </a:bodyPr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658368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8229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28" name="Logo">
            <a:extLst>
              <a:ext uri="{FF2B5EF4-FFF2-40B4-BE49-F238E27FC236}">
                <a16:creationId xmlns:a16="http://schemas.microsoft.com/office/drawing/2014/main" id="{17491D78-0FFD-B442-8059-31DEAF559E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E4DDDE9E-5920-B943-8B4E-ECD67EA24B7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6415000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4CC3BC-1300-4E44-AFB9-7802027ACCBA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33247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EAC426F-C752-2048-96A9-7917DEA1BB19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6207759" y="17526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A349E73E-2AF7-0348-AB96-84D73F85CDED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9086850" y="17526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8D396D53-E38B-2E46-AF4B-6EE035E0DCAC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5719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Content Placeholder 2">
            <a:extLst>
              <a:ext uri="{FF2B5EF4-FFF2-40B4-BE49-F238E27FC236}">
                <a16:creationId xmlns:a16="http://schemas.microsoft.com/office/drawing/2014/main" id="{D898AFCC-687C-664D-8B82-3388505C9CB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33247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6E5B425C-DFEC-B24E-81E8-935B9AFCCB80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207759" y="3429000"/>
            <a:ext cx="265176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AD940363-E143-3A43-A2DE-DA774B0DF21D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9086850" y="3429000"/>
            <a:ext cx="2647950" cy="1371600"/>
          </a:xfrm>
        </p:spPr>
        <p:txBody>
          <a:bodyPr/>
          <a:lstStyle>
            <a:lvl1pPr>
              <a:spcAft>
                <a:spcPts val="400"/>
              </a:spcAft>
              <a:defRPr sz="1800" b="0" i="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spcAft>
                <a:spcPts val="400"/>
              </a:spcAft>
              <a:buNone/>
              <a:defRPr sz="1600" b="0">
                <a:solidFill>
                  <a:schemeClr val="tx1"/>
                </a:solidFill>
              </a:defRPr>
            </a:lvl2pPr>
            <a:lvl3pPr marL="0" indent="0">
              <a:spcAft>
                <a:spcPts val="400"/>
              </a:spcAft>
              <a:buNone/>
              <a:defRPr sz="1200" b="0">
                <a:solidFill>
                  <a:schemeClr val="tx1"/>
                </a:solidFill>
              </a:defRPr>
            </a:lvl3pPr>
            <a:lvl4pPr marL="0" indent="0">
              <a:spcAft>
                <a:spcPts val="400"/>
              </a:spcAft>
              <a:buNone/>
              <a:defRPr sz="1000" b="0">
                <a:solidFill>
                  <a:schemeClr val="tx1"/>
                </a:solidFill>
              </a:defRPr>
            </a:lvl4pPr>
            <a:lvl5pPr>
              <a:spcAft>
                <a:spcPts val="600"/>
              </a:spcAft>
              <a:defRPr sz="1600">
                <a:solidFill>
                  <a:schemeClr val="tx1"/>
                </a:solidFill>
              </a:defRPr>
            </a:lvl5pPr>
            <a:lvl6pPr marL="9144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6pPr>
            <a:lvl7pPr marL="18288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7pPr>
            <a:lvl8pPr marL="274320" indent="-91440">
              <a:spcAft>
                <a:spcPts val="200"/>
              </a:spcAft>
              <a:defRPr sz="1200">
                <a:solidFill>
                  <a:schemeClr val="tx1"/>
                </a:solidFill>
              </a:defRPr>
            </a:lvl8pPr>
            <a:lvl9pPr>
              <a:defRPr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2986108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  <p15:guide id="6" pos="5724" userDrawn="1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3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40A0D82-461B-E54B-9189-CFAEE99C255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57200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7">
            <a:extLst>
              <a:ext uri="{FF2B5EF4-FFF2-40B4-BE49-F238E27FC236}">
                <a16:creationId xmlns:a16="http://schemas.microsoft.com/office/drawing/2014/main" id="{39E6DB29-927F-2944-8437-C2244235DF2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97363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7">
            <a:extLst>
              <a:ext uri="{FF2B5EF4-FFF2-40B4-BE49-F238E27FC236}">
                <a16:creationId xmlns:a16="http://schemas.microsoft.com/office/drawing/2014/main" id="{0EE8E76B-76B8-7146-B8D3-52D66375311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1175" y="1752600"/>
            <a:ext cx="1371600" cy="1600200"/>
          </a:xfrm>
          <a:noFill/>
        </p:spPr>
        <p:txBody>
          <a:bodyPr/>
          <a:lstStyle>
            <a:lvl1pPr>
              <a:defRPr sz="16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4806FAC1-EDBA-0048-80DF-50F1C8E451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34985FE-79AD-5742-B9D2-00A4AE2CF299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4294632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4FEA213B-A804-EB49-B44C-3AB2199109CF}"/>
              </a:ext>
            </a:extLst>
          </p:cNvPr>
          <p:cNvSpPr>
            <a:spLocks noGrp="1"/>
          </p:cNvSpPr>
          <p:nvPr>
            <p:ph idx="20"/>
          </p:nvPr>
        </p:nvSpPr>
        <p:spPr>
          <a:xfrm>
            <a:off x="8132064" y="3630706"/>
            <a:ext cx="3602736" cy="2312894"/>
          </a:xfrm>
        </p:spPr>
        <p:txBody>
          <a:bodyPr/>
          <a:lstStyle>
            <a:lvl1pPr>
              <a:spcAft>
                <a:spcPts val="800"/>
              </a:spcAft>
              <a:defRPr sz="16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109728" indent="-109728">
              <a:spcAft>
                <a:spcPts val="400"/>
              </a:spcAft>
              <a:defRPr sz="1400"/>
            </a:lvl2pPr>
            <a:lvl3pPr marL="219456" indent="-109728">
              <a:spcAft>
                <a:spcPts val="400"/>
              </a:spcAft>
              <a:defRPr sz="1400"/>
            </a:lvl3pPr>
            <a:lvl4pPr marL="329184" indent="-109728">
              <a:spcAft>
                <a:spcPts val="400"/>
              </a:spcAft>
              <a:defRPr sz="1400"/>
            </a:lvl4pPr>
            <a:lvl5pPr>
              <a:spcAft>
                <a:spcPts val="600"/>
              </a:spcAft>
              <a:defRPr sz="1400"/>
            </a:lvl5pPr>
            <a:lvl6pPr marL="91440" indent="-91440">
              <a:spcAft>
                <a:spcPts val="200"/>
              </a:spcAft>
              <a:defRPr sz="1200"/>
            </a:lvl6pPr>
            <a:lvl7pPr marL="182880" indent="-91440">
              <a:spcAft>
                <a:spcPts val="200"/>
              </a:spcAft>
              <a:defRPr sz="1200"/>
            </a:lvl7pPr>
            <a:lvl8pPr marL="274320" indent="-91440">
              <a:spcAft>
                <a:spcPts val="200"/>
              </a:spcAft>
              <a:defRPr sz="1200"/>
            </a:lvl8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638271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2707" userDrawn="1">
          <p15:clr>
            <a:srgbClr val="FBAE40"/>
          </p15:clr>
        </p15:guide>
        <p15:guide id="5" pos="5122" userDrawn="1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8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11B74FCF-9B30-9F48-8DD1-890FFF253AB0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572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2403E45C-B304-2443-9005-D5021190F791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33337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7">
            <a:extLst>
              <a:ext uri="{FF2B5EF4-FFF2-40B4-BE49-F238E27FC236}">
                <a16:creationId xmlns:a16="http://schemas.microsoft.com/office/drawing/2014/main" id="{612DF03A-89FC-0741-823D-DF7B23871DD0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21030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7">
            <a:extLst>
              <a:ext uri="{FF2B5EF4-FFF2-40B4-BE49-F238E27FC236}">
                <a16:creationId xmlns:a16="http://schemas.microsoft.com/office/drawing/2014/main" id="{31669BB4-D2F0-F745-A2EB-3A642B2DCC2B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086850" y="1752599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B57FFF7-9D6A-4F49-99C3-5E6DE4E160CD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70078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46CD1BD-2AE3-B14F-BAC1-192A25CB9D2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7606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758961D3-B37C-8146-BC5F-AA6DBCDFC160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745134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313A5C6D-A904-5147-A595-DBC94D7A9D6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0326624" y="1752600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C0E2D1B-BED7-2842-B31C-459A388153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4572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0CA81593-D432-8141-A769-CEF3DE0EB47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3337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6629A84-6CF0-B743-82FC-7D911539433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21030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33128BF1-DB58-8D40-8F40-06513B4DC92F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9086850" y="3132418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1" name="Picture Placeholder 7">
            <a:extLst>
              <a:ext uri="{FF2B5EF4-FFF2-40B4-BE49-F238E27FC236}">
                <a16:creationId xmlns:a16="http://schemas.microsoft.com/office/drawing/2014/main" id="{50F78DE1-F202-5D47-BC77-3D87C5E7595A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>
          <a:xfrm>
            <a:off x="4572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2" name="Picture Placeholder 7">
            <a:extLst>
              <a:ext uri="{FF2B5EF4-FFF2-40B4-BE49-F238E27FC236}">
                <a16:creationId xmlns:a16="http://schemas.microsoft.com/office/drawing/2014/main" id="{16DF8498-9603-374A-BD3D-3D8ED3688F83}"/>
              </a:ext>
            </a:extLst>
          </p:cNvPr>
          <p:cNvSpPr>
            <a:spLocks noGrp="1"/>
          </p:cNvSpPr>
          <p:nvPr>
            <p:ph type="pic" sz="quarter" idx="37"/>
          </p:nvPr>
        </p:nvSpPr>
        <p:spPr>
          <a:xfrm>
            <a:off x="33337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3" name="Picture Placeholder 7">
            <a:extLst>
              <a:ext uri="{FF2B5EF4-FFF2-40B4-BE49-F238E27FC236}">
                <a16:creationId xmlns:a16="http://schemas.microsoft.com/office/drawing/2014/main" id="{0512A737-29F4-F047-8706-FD416E3B4423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>
          <a:xfrm>
            <a:off x="621030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4" name="Picture Placeholder 7">
            <a:extLst>
              <a:ext uri="{FF2B5EF4-FFF2-40B4-BE49-F238E27FC236}">
                <a16:creationId xmlns:a16="http://schemas.microsoft.com/office/drawing/2014/main" id="{6C3919F5-68FB-9645-981F-911B4761C5A4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>
          <a:xfrm>
            <a:off x="9086850" y="4030381"/>
            <a:ext cx="1008529" cy="1188720"/>
          </a:xfrm>
          <a:noFill/>
        </p:spPr>
        <p:txBody>
          <a:bodyPr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BFB552EA-68D5-9C4E-84AF-1C457360253A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170078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7301CD87-76A1-C040-9A0C-2B465D32A7B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457606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32B9C53B-81EB-A748-8D62-11E10A4C368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45134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9E73DF7C-BD9F-854D-99C4-EF0F911018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0326624" y="4030382"/>
            <a:ext cx="1408176" cy="1188720"/>
          </a:xfrm>
        </p:spPr>
        <p:txBody>
          <a:bodyPr/>
          <a:lstStyle>
            <a:lvl1pPr>
              <a:spcAft>
                <a:spcPts val="200"/>
              </a:spcAft>
              <a:defRPr sz="1200" b="0" i="0">
                <a:latin typeface="Inter SemiBold" panose="02000503000000020004" pitchFamily="2" charset="0"/>
                <a:ea typeface="Inter SemiBold" panose="02000503000000020004" pitchFamily="2" charset="0"/>
              </a:defRPr>
            </a:lvl1pPr>
            <a:lvl2pPr marL="0" indent="0">
              <a:buNone/>
              <a:defRPr sz="1200" i="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FF2737-337F-C94C-8CCD-EDBBBF90CC9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4572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88EAB263-BD40-724A-A7AA-42191BC1435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33337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FADB9B56-C8C2-D848-89F7-CADBC54BF4A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21030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80FC0408-4D63-7C42-A9B1-E9812ACFC3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9086850" y="5410200"/>
            <a:ext cx="2651760" cy="640080"/>
          </a:xfrm>
        </p:spPr>
        <p:txBody>
          <a:bodyPr/>
          <a:lstStyle>
            <a:lvl1pPr>
              <a:spcAft>
                <a:spcPts val="200"/>
              </a:spcAft>
              <a:defRPr sz="1050"/>
            </a:lvl1pPr>
            <a:lvl2pPr marL="91440" indent="-91440">
              <a:spcAft>
                <a:spcPts val="200"/>
              </a:spcAft>
              <a:defRPr sz="105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1478007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912" userDrawn="1">
          <p15:clr>
            <a:srgbClr val="FBAE40"/>
          </p15:clr>
        </p15:guide>
        <p15:guide id="5" pos="2102" userDrawn="1">
          <p15:clr>
            <a:srgbClr val="FBAE40"/>
          </p15:clr>
        </p15:guide>
        <p15:guide id="6" pos="5724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rk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11" name="Logo">
            <a:extLst>
              <a:ext uri="{FF2B5EF4-FFF2-40B4-BE49-F238E27FC236}">
                <a16:creationId xmlns:a16="http://schemas.microsoft.com/office/drawing/2014/main" id="{28ACF708-566E-C246-9A0D-BD420C83F1D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ECFE5C-15A2-8449-899A-8B2C49FB6603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684807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312" userDrawn="1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309D6DA-954B-1B42-9E01-790184B814BA}"/>
              </a:ext>
            </a:extLst>
          </p:cNvPr>
          <p:cNvSpPr/>
          <p:nvPr userDrawn="1"/>
        </p:nvSpPr>
        <p:spPr>
          <a:xfrm>
            <a:off x="5029201" y="0"/>
            <a:ext cx="71628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>
              <a:spcAft>
                <a:spcPts val="8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3434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340087" cy="14097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9" y="2438400"/>
            <a:ext cx="4340087" cy="35052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8A37C84-62A8-1240-B0A4-BCD3A29B20AD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257800" y="1028700"/>
            <a:ext cx="6477000" cy="49149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6459095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312" userDrawn="1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FB51609D-079B-744D-9914-CAA56A3A35D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28700"/>
            <a:ext cx="11277600" cy="4914900"/>
          </a:xfrm>
        </p:spPr>
        <p:txBody>
          <a:bodyPr/>
          <a:lstStyle>
            <a:lvl1pPr marL="182880" indent="-182880">
              <a:lnSpc>
                <a:spcPct val="90000"/>
              </a:lnSpc>
              <a:spcAft>
                <a:spcPts val="1400"/>
              </a:spcAft>
              <a:defRPr sz="3600" spc="-50" baseline="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Font typeface="System Font Regular"/>
              <a:buNone/>
              <a:defRPr sz="3600" spc="-50" baseline="0">
                <a:solidFill>
                  <a:schemeClr val="bg1"/>
                </a:solidFill>
              </a:defRPr>
            </a:lvl2pPr>
            <a:lvl3pPr marL="137160" indent="-137160">
              <a:buFont typeface="System Font Regular"/>
              <a:buChar char="—"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400">
                <a:solidFill>
                  <a:schemeClr val="bg1"/>
                </a:solidFill>
              </a:defRPr>
            </a:lvl4pPr>
            <a:lvl5pPr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19F526-BF97-8C44-8ADF-28371EBDC298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3283018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5ACBF0"/>
          </p15:clr>
        </p15:guide>
        <p15:guide id="3" orient="horz" pos="3744" userDrawn="1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Background">
            <a:extLst>
              <a:ext uri="{FF2B5EF4-FFF2-40B4-BE49-F238E27FC236}">
                <a16:creationId xmlns:a16="http://schemas.microsoft.com/office/drawing/2014/main" id="{35E8F714-7DBE-2749-B7B4-B1B3975363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2" name="Logo">
            <a:extLst>
              <a:ext uri="{FF2B5EF4-FFF2-40B4-BE49-F238E27FC236}">
                <a16:creationId xmlns:a16="http://schemas.microsoft.com/office/drawing/2014/main" id="{02306B9D-59D8-854B-BEE8-759ECE12CF4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6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bg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28700"/>
            <a:ext cx="11277600" cy="4914900"/>
          </a:xfrm>
        </p:spPr>
        <p:txBody>
          <a:bodyPr/>
          <a:lstStyle>
            <a:lvl1pPr marL="182880" indent="-182880">
              <a:lnSpc>
                <a:spcPct val="90000"/>
              </a:lnSpc>
              <a:spcAft>
                <a:spcPts val="1400"/>
              </a:spcAft>
              <a:defRPr sz="3600" spc="-50" baseline="0">
                <a:solidFill>
                  <a:schemeClr val="bg1"/>
                </a:solidFill>
              </a:defRPr>
            </a:lvl1pPr>
            <a:lvl2pPr marL="0" indent="0">
              <a:spcAft>
                <a:spcPts val="1400"/>
              </a:spcAft>
              <a:buFont typeface="System Font Regular"/>
              <a:buNone/>
              <a:defRPr sz="3600" spc="-50" baseline="0">
                <a:solidFill>
                  <a:schemeClr val="bg1"/>
                </a:solidFill>
              </a:defRPr>
            </a:lvl2pPr>
            <a:lvl3pPr marL="137160" indent="-137160">
              <a:buFont typeface="System Font Regular"/>
              <a:buChar char="—"/>
              <a:defRPr sz="1400">
                <a:solidFill>
                  <a:schemeClr val="bg1"/>
                </a:solidFill>
              </a:defRPr>
            </a:lvl3pPr>
            <a:lvl4pPr marL="0" indent="0">
              <a:buNone/>
              <a:defRPr sz="1400">
                <a:solidFill>
                  <a:schemeClr val="bg1"/>
                </a:solidFill>
              </a:defRPr>
            </a:lvl4pPr>
            <a:lvl5pPr>
              <a:defRPr sz="1400" i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28D448-20FF-C249-9C63-7D75BBF51067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647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3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861D8D1-F10E-8A4D-83FE-BCC274C2742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" y="1028700"/>
            <a:ext cx="11277600" cy="4914900"/>
          </a:xfrm>
        </p:spPr>
        <p:txBody>
          <a:bodyPr/>
          <a:lstStyle>
            <a:lvl1pPr marL="182880" indent="-182880">
              <a:lnSpc>
                <a:spcPct val="90000"/>
              </a:lnSpc>
              <a:spcAft>
                <a:spcPts val="1400"/>
              </a:spcAft>
              <a:defRPr sz="3600" spc="-50" baseline="0">
                <a:solidFill>
                  <a:schemeClr val="tx1"/>
                </a:solidFill>
              </a:defRPr>
            </a:lvl1pPr>
            <a:lvl2pPr marL="0" indent="0">
              <a:spcAft>
                <a:spcPts val="1400"/>
              </a:spcAft>
              <a:buFont typeface="System Font Regular"/>
              <a:buNone/>
              <a:defRPr sz="3600" spc="-50" baseline="0">
                <a:solidFill>
                  <a:schemeClr val="tx1"/>
                </a:solidFill>
              </a:defRPr>
            </a:lvl2pPr>
            <a:lvl3pPr marL="137160" indent="-137160">
              <a:buFont typeface="System Font Regular"/>
              <a:buChar char="—"/>
              <a:defRPr sz="1400">
                <a:solidFill>
                  <a:schemeClr val="tx1"/>
                </a:solidFill>
              </a:defRPr>
            </a:lvl3pPr>
            <a:lvl4pPr marL="0" indent="0">
              <a:buNone/>
              <a:defRPr sz="1400">
                <a:solidFill>
                  <a:schemeClr val="tx1"/>
                </a:solidFill>
              </a:defRPr>
            </a:lvl4pPr>
            <a:lvl5pPr>
              <a:defRPr sz="1400" i="1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69039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63880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White shape mask must sit on top of picture.</a:t>
            </a:r>
            <a:br>
              <a:rPr lang="en-US" dirty="0"/>
            </a:br>
            <a:r>
              <a:rPr lang="en-US" dirty="0"/>
              <a:t>Footer and slide number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36535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5" orient="horz" pos="264" userDrawn="1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ive 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C5F9323-B3A1-7744-B1A3-CDCD563AAF7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419100"/>
            <a:ext cx="6553200" cy="55245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White shape mask must sit on top of picture.</a:t>
            </a:r>
            <a:br>
              <a:rPr lang="en-US" dirty="0"/>
            </a:br>
            <a:r>
              <a:rPr lang="en-US" dirty="0"/>
              <a:t>Logo and copyright must sit on top of mask.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858000" y="266700"/>
            <a:ext cx="48768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0" y="1028700"/>
            <a:ext cx="4876800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0" y="2438400"/>
            <a:ext cx="48768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94124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5" orient="horz" pos="264" userDrawn="1">
          <p15:clr>
            <a:srgbClr val="FBAE40"/>
          </p15:clr>
        </p15:guide>
        <p15:guide id="6" pos="4320" userDrawn="1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7D07E77-0411-FC4A-9401-3228CD8735C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67400" y="419100"/>
            <a:ext cx="6324600" cy="55245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0022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696" userDrawn="1">
          <p15:clr>
            <a:srgbClr val="FBAE40"/>
          </p15:clr>
        </p15:guide>
        <p15:guide id="5" orient="horz" pos="264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Ble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0"/>
            <a:ext cx="63246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Footer and slide number must sit on top of picture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312442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2-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3504229F-7C96-E144-9EC5-5BA3CB57DF65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867401" y="3426246"/>
            <a:ext cx="6324600" cy="3431754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Footer and slide number must sit on top of picture.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F1E4F876-109F-C746-8262-163A57AC0AF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867400" y="0"/>
            <a:ext cx="6324600" cy="3431754"/>
          </a:xfrm>
          <a:solidFill>
            <a:srgbClr val="888888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4946904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4946904" cy="14097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740022-8C04-0485-6253-5ADE6BE18D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438400"/>
            <a:ext cx="4946904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02287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536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  <p15:guide id="4" pos="3696" userDrawn="1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/2-1/2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752600"/>
            <a:ext cx="56388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Picture Placeholder 6">
            <a:extLst>
              <a:ext uri="{FF2B5EF4-FFF2-40B4-BE49-F238E27FC236}">
                <a16:creationId xmlns:a16="http://schemas.microsoft.com/office/drawing/2014/main" id="{88E7EE35-D742-524A-B18B-1F699A726FE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57200" y="1752600"/>
            <a:ext cx="5638800" cy="4191000"/>
          </a:xfrm>
          <a:solidFill>
            <a:srgbClr val="888888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27674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4" pos="3840" userDrawn="1">
          <p15:clr>
            <a:srgbClr val="FBAE40"/>
          </p15:clr>
        </p15:guide>
        <p15:guide id="5" orient="horz" pos="3744" userDrawn="1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57200" y="1752600"/>
            <a:ext cx="11277600" cy="4191000"/>
          </a:xfrm>
          <a:solidFill>
            <a:srgbClr val="A6A6A6"/>
          </a:solidFill>
        </p:spPr>
        <p:txBody>
          <a:bodyPr/>
          <a:lstStyle>
            <a:lvl1pPr>
              <a:defRPr sz="1600" b="1">
                <a:solidFill>
                  <a:srgbClr val="E1E1E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26294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1768D999-6D09-B548-801F-63CFC740902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12192000" cy="6858000"/>
          </a:xfrm>
          <a:solidFill>
            <a:srgbClr val="A6A6A6"/>
          </a:solidFill>
        </p:spPr>
        <p:txBody>
          <a:bodyPr/>
          <a:lstStyle>
            <a:lvl1pPr algn="ctr">
              <a:defRPr sz="1600" b="1">
                <a:solidFill>
                  <a:srgbClr val="E1E1E1"/>
                </a:solidFill>
              </a:defRPr>
            </a:lvl1pPr>
          </a:lstStyle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Click icon to add picture.</a:t>
            </a:r>
            <a:br>
              <a:rPr lang="en-US" dirty="0"/>
            </a:br>
            <a:r>
              <a:rPr lang="en-US" dirty="0"/>
              <a:t>Eyebrow, title, logo, copyright, footer and slide number must sit on top of picture.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03ABD-F99D-BEDD-9ACE-8DECFA0AD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144C36-C68F-FD43-FB16-A8D1A7DF0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Eyebrow">
            <a:extLst>
              <a:ext uri="{FF2B5EF4-FFF2-40B4-BE49-F238E27FC236}">
                <a16:creationId xmlns:a16="http://schemas.microsoft.com/office/drawing/2014/main" id="{05BBFDE4-B16B-D04B-A166-DEF0C45AE8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66700"/>
            <a:ext cx="11277600" cy="228600"/>
          </a:xfrm>
        </p:spPr>
        <p:txBody>
          <a:bodyPr/>
          <a:lstStyle>
            <a:lvl1pPr>
              <a:spcAft>
                <a:spcPts val="0"/>
              </a:spcAft>
              <a:defRPr sz="11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[</a:t>
            </a:r>
            <a:r>
              <a:rPr lang="en-US" dirty="0"/>
              <a:t>Optional eyebrow or section title</a:t>
            </a:r>
            <a:r>
              <a:rPr lang="en-US"/>
              <a:t>]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356456-1DBD-BB1B-3E46-C67644F78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7239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8" name="Logo">
            <a:extLst>
              <a:ext uri="{FF2B5EF4-FFF2-40B4-BE49-F238E27FC236}">
                <a16:creationId xmlns:a16="http://schemas.microsoft.com/office/drawing/2014/main" id="{295FE9FB-224D-4A47-ADD8-17E2B1461B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39726" y="6140450"/>
            <a:ext cx="1060701" cy="3761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FC18F0B-6718-DE42-B513-8000883024A4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4586334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648" userDrawn="1">
          <p15:clr>
            <a:srgbClr val="FBAE40"/>
          </p15:clr>
        </p15:guide>
        <p15:guide id="2" orient="horz" pos="1104" userDrawn="1">
          <p15:clr>
            <a:srgbClr val="FBAE40"/>
          </p15:clr>
        </p15:guide>
        <p15:guide id="3" orient="horz" pos="3744" userDrawn="1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gn-off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Background">
            <a:extLst>
              <a:ext uri="{FF2B5EF4-FFF2-40B4-BE49-F238E27FC236}">
                <a16:creationId xmlns:a16="http://schemas.microsoft.com/office/drawing/2014/main" id="{55E79B8E-60AF-5A47-A76F-04EFD108AFE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Logo">
            <a:extLst>
              <a:ext uri="{FF2B5EF4-FFF2-40B4-BE49-F238E27FC236}">
                <a16:creationId xmlns:a16="http://schemas.microsoft.com/office/drawing/2014/main" id="{AA79CFCC-33AC-0949-B51B-B82B9F80B0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AFE400C-BA34-5E49-9FE5-A80D3832F6BE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>
                <a:solidFill>
                  <a:schemeClr val="bg1"/>
                </a:solidFill>
              </a:rPr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534307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112" userDrawn="1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ign-off 2 Ink-Sa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Logo">
            <a:extLst>
              <a:ext uri="{FF2B5EF4-FFF2-40B4-BE49-F238E27FC236}">
                <a16:creationId xmlns:a16="http://schemas.microsoft.com/office/drawing/2014/main" id="{B1BE907B-31F9-8441-9957-FCD2A28333F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BF9978F-36EB-107E-C758-3D4A725665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38400"/>
            <a:ext cx="7955280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4800" spc="-8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942DFD-9413-E065-D768-962B706B1E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3352800"/>
            <a:ext cx="7955280" cy="151311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52998-C4DA-B44A-A9D0-02D8DAEBA0BF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8957456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536" userDrawn="1">
          <p15:clr>
            <a:srgbClr val="FBAE40"/>
          </p15:clr>
        </p15:guide>
        <p15:guide id="2" orient="horz" pos="2112" userDrawn="1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6412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ogo 2 Ink-Sa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Logo">
            <a:extLst>
              <a:ext uri="{FF2B5EF4-FFF2-40B4-BE49-F238E27FC236}">
                <a16:creationId xmlns:a16="http://schemas.microsoft.com/office/drawing/2014/main" id="{34EFF524-236A-5540-900C-A063FD5FAF8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987" y="2695720"/>
            <a:ext cx="4325018" cy="1533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588262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BC96-3CCD-5BB3-431E-8E5F4A54F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590044-69B2-9629-A289-70F18B52F2E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n-US"/>
              <a:t>Internal use only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711CF7-E22D-6587-7666-86BEAFC89F4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6846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image" Target="../media/image1.emf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Logo">
            <a:extLst>
              <a:ext uri="{FF2B5EF4-FFF2-40B4-BE49-F238E27FC236}">
                <a16:creationId xmlns:a16="http://schemas.microsoft.com/office/drawing/2014/main" id="{D1BA8847-ACB7-244F-8DB7-73C92157B312}"/>
              </a:ext>
            </a:extLst>
          </p:cNvPr>
          <p:cNvPicPr>
            <a:picLocks noChangeAspect="1"/>
          </p:cNvPicPr>
          <p:nvPr userDrawn="1"/>
        </p:nvPicPr>
        <p:blipFill>
          <a:blip r:embed="rId5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725" y="6140450"/>
            <a:ext cx="1060704" cy="376107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8A0DC-8F5C-D724-948F-3D1B52FEFC3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17152" y="6286500"/>
            <a:ext cx="2057400" cy="365759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ctr">
              <a:defRPr sz="900">
                <a:solidFill>
                  <a:schemeClr val="tx1"/>
                </a:solidFill>
              </a:defRPr>
            </a:lvl1pPr>
          </a:lstStyle>
          <a:p>
            <a:pPr algn="l"/>
            <a:r>
              <a:rPr lang="en-US" dirty="0"/>
              <a:t>Internal use only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AFDF4-B8AE-FB21-F96B-EB46EAF110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77600" y="6286500"/>
            <a:ext cx="457200" cy="365760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0885F5B2-48F7-4F18-A961-C29AAE44EB5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154135-788A-351A-C4C5-FF0944C34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28700"/>
            <a:ext cx="11277600" cy="14097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E50ED-D8AD-D237-09F7-E36D127DA5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2438400"/>
            <a:ext cx="11277600" cy="35052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17D3FF-575E-0A46-B8BB-29F308E25990}"/>
              </a:ext>
            </a:extLst>
          </p:cNvPr>
          <p:cNvSpPr txBox="1"/>
          <p:nvPr userDrawn="1"/>
        </p:nvSpPr>
        <p:spPr>
          <a:xfrm>
            <a:off x="1737360" y="6286500"/>
            <a:ext cx="2194560" cy="36576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sz="900" dirty="0"/>
              <a:t>© 2024 Teradata.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18406519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701" r:id="rId2"/>
    <p:sldLayoutId id="2147483705" r:id="rId3"/>
    <p:sldLayoutId id="2147483706" r:id="rId4"/>
    <p:sldLayoutId id="2147483707" r:id="rId5"/>
    <p:sldLayoutId id="2147483673" r:id="rId6"/>
    <p:sldLayoutId id="2147483696" r:id="rId7"/>
    <p:sldLayoutId id="2147483674" r:id="rId8"/>
    <p:sldLayoutId id="2147483660" r:id="rId9"/>
    <p:sldLayoutId id="2147483650" r:id="rId10"/>
    <p:sldLayoutId id="2147483661" r:id="rId11"/>
    <p:sldLayoutId id="2147483662" r:id="rId12"/>
    <p:sldLayoutId id="2147483663" r:id="rId13"/>
    <p:sldLayoutId id="2147483664" r:id="rId14"/>
    <p:sldLayoutId id="2147483665" r:id="rId15"/>
    <p:sldLayoutId id="2147483666" r:id="rId16"/>
    <p:sldLayoutId id="2147483655" r:id="rId17"/>
    <p:sldLayoutId id="2147483671" r:id="rId18"/>
    <p:sldLayoutId id="2147483651" r:id="rId19"/>
    <p:sldLayoutId id="2147483676" r:id="rId20"/>
    <p:sldLayoutId id="2147483708" r:id="rId21"/>
    <p:sldLayoutId id="2147483709" r:id="rId22"/>
    <p:sldLayoutId id="2147483710" r:id="rId23"/>
    <p:sldLayoutId id="2147483711" r:id="rId24"/>
    <p:sldLayoutId id="2147483712" r:id="rId25"/>
    <p:sldLayoutId id="2147483713" r:id="rId26"/>
    <p:sldLayoutId id="2147483677" r:id="rId27"/>
    <p:sldLayoutId id="2147483679" r:id="rId28"/>
    <p:sldLayoutId id="2147483678" r:id="rId29"/>
    <p:sldLayoutId id="2147483703" r:id="rId30"/>
    <p:sldLayoutId id="2147483704" r:id="rId31"/>
    <p:sldLayoutId id="2147483680" r:id="rId32"/>
    <p:sldLayoutId id="2147483681" r:id="rId33"/>
    <p:sldLayoutId id="2147483687" r:id="rId34"/>
    <p:sldLayoutId id="2147483688" r:id="rId35"/>
    <p:sldLayoutId id="2147483693" r:id="rId36"/>
    <p:sldLayoutId id="2147483682" r:id="rId37"/>
    <p:sldLayoutId id="2147483702" r:id="rId38"/>
    <p:sldLayoutId id="2147483684" r:id="rId39"/>
    <p:sldLayoutId id="2147483685" r:id="rId40"/>
    <p:sldLayoutId id="2147483686" r:id="rId41"/>
    <p:sldLayoutId id="2147483691" r:id="rId42"/>
    <p:sldLayoutId id="2147483690" r:id="rId43"/>
    <p:sldLayoutId id="2147483698" r:id="rId44"/>
    <p:sldLayoutId id="2147483692" r:id="rId45"/>
    <p:sldLayoutId id="2147483694" r:id="rId46"/>
    <p:sldLayoutId id="2147483689" r:id="rId47"/>
    <p:sldLayoutId id="2147483695" r:id="rId48"/>
    <p:sldLayoutId id="2147483714" r:id="rId49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 spc="-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1000"/>
        </a:spcAft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27432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411480" indent="-13716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tabLst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19456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29184" indent="-109728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200"/>
        </a:spcAft>
        <a:buFont typeface="Arial" panose="020B0604020202020204" pitchFamily="34" charset="0"/>
        <a:buNone/>
        <a:tabLst/>
        <a:defRPr sz="1100" i="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288" userDrawn="1">
          <p15:clr>
            <a:srgbClr val="F26B43"/>
          </p15:clr>
        </p15:guide>
        <p15:guide id="3" pos="7392" userDrawn="1">
          <p15:clr>
            <a:srgbClr val="F26B43"/>
          </p15:clr>
        </p15:guide>
        <p15:guide id="7" orient="horz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Relationship Id="rId4" Type="http://schemas.openxmlformats.org/officeDocument/2006/relationships/chart" Target="../charts/char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package" Target="../embeddings/Microsoft_Excel_Worksheet1.xlsx"/><Relationship Id="rId1" Type="http://schemas.openxmlformats.org/officeDocument/2006/relationships/slideLayout" Target="../slideLayouts/slideLayout1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DD7F3CE-5B5C-C544-9F6C-2C45FFC5F5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172" y="2683898"/>
            <a:ext cx="10177670" cy="850457"/>
          </a:xfrm>
        </p:spPr>
        <p:txBody>
          <a:bodyPr/>
          <a:lstStyle/>
          <a:p>
            <a:r>
              <a:rPr lang="en-US" sz="4800" dirty="0"/>
              <a:t>Monthly Service Report</a:t>
            </a:r>
          </a:p>
        </p:txBody>
      </p:sp>
      <p:sp>
        <p:nvSpPr>
          <p:cNvPr id="16" name="Subtitle 15">
            <a:extLst>
              <a:ext uri="{FF2B5EF4-FFF2-40B4-BE49-F238E27FC236}">
                <a16:creationId xmlns:a16="http://schemas.microsoft.com/office/drawing/2014/main" id="{B86B3275-7F97-B24E-89D0-F9189753E7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6854" y="3584050"/>
            <a:ext cx="6488265" cy="1719803"/>
          </a:xfrm>
        </p:spPr>
        <p:txBody>
          <a:bodyPr/>
          <a:lstStyle/>
          <a:p>
            <a:r>
              <a:rPr lang="en-US" dirty="0"/>
              <a:t>Customer </a:t>
            </a:r>
            <a:r>
              <a:rPr lang="en-US" dirty="0" err="1"/>
              <a:t>Name,Managed</a:t>
            </a:r>
            <a:r>
              <a:rPr lang="en-US" dirty="0"/>
              <a:t> Services</a:t>
            </a:r>
          </a:p>
          <a:p>
            <a:r>
              <a:rPr lang="en-US" dirty="0"/>
              <a:t>September 2023</a:t>
            </a:r>
          </a:p>
        </p:txBody>
      </p:sp>
    </p:spTree>
    <p:extLst>
      <p:ext uri="{BB962C8B-B14F-4D97-AF65-F5344CB8AC3E}">
        <p14:creationId xmlns:p14="http://schemas.microsoft.com/office/powerpoint/2010/main" val="3514927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F33E961-FA0D-834A-A0E9-8CA1FBC28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2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8CF95B5-160E-DD4F-84F0-CBC28C846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613" y="551622"/>
            <a:ext cx="11274949" cy="533731"/>
          </a:xfrm>
        </p:spPr>
        <p:txBody>
          <a:bodyPr/>
          <a:lstStyle/>
          <a:p>
            <a:r>
              <a:rPr lang="en-US" dirty="0"/>
              <a:t>Monthly Deck Expectations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F296AB-11DD-EA4C-8C72-886E6C0D116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89614" y="1249679"/>
            <a:ext cx="11802386" cy="4797287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4851"/>
                </a:solidFill>
              </a:rPr>
              <a:t>This deck is for any customer with Operations and/or Performance support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4851"/>
                </a:solidFill>
              </a:rPr>
              <a:t>Goals: Show key system metrics that will provide value to the customer, identify opportunities for expanded services and summarize the work performed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4851"/>
                </a:solidFill>
              </a:rPr>
              <a:t>The following system charts should be generated each month as a standard. The SM and SDM can then choose what charts to show and place the remaining charts in the appendix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4851"/>
                </a:solidFill>
              </a:rPr>
              <a:t>Each chart should include a minimum of 2 callouts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4851"/>
                </a:solidFill>
              </a:rPr>
              <a:t>Charts should include baselines if they are defined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rgbClr val="384851"/>
                </a:solidFill>
              </a:rPr>
              <a:t>Additional slides can be added and/or the order of the slides can be changed based on customer request, but the main slides should be generated each month for reference</a:t>
            </a:r>
          </a:p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451278-9F06-D00D-C431-7293B452CE8B}"/>
              </a:ext>
            </a:extLst>
          </p:cNvPr>
          <p:cNvSpPr txBox="1"/>
          <p:nvPr/>
        </p:nvSpPr>
        <p:spPr>
          <a:xfrm>
            <a:off x="6467917" y="426258"/>
            <a:ext cx="4984636" cy="3847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</a:rPr>
              <a:t>This slide to be removed for customer version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79887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B5278F8-7301-2632-AFE6-14709BDC68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2C87FF-BA39-7AC9-6F2C-99E26A34C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9550"/>
            <a:ext cx="8382000" cy="470287"/>
          </a:xfrm>
        </p:spPr>
        <p:txBody>
          <a:bodyPr/>
          <a:lstStyle/>
          <a:p>
            <a:r>
              <a:rPr lang="en-US" dirty="0"/>
              <a:t>Suggested Recommendations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A2012EB5-DE57-91F8-D199-DEC3CDF94E73}"/>
              </a:ext>
            </a:extLst>
          </p:cNvPr>
          <p:cNvSpPr txBox="1">
            <a:spLocks/>
          </p:cNvSpPr>
          <p:nvPr/>
        </p:nvSpPr>
        <p:spPr>
          <a:xfrm>
            <a:off x="338745" y="748957"/>
            <a:ext cx="11514510" cy="6439021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Operational Assessment and Performance Review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Assessment that examines System Design, System Capacity, Workload Management and Performance Tuning Areas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Provides analysis and action oriented recommendations for improvement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Expanded Team sizes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Exceeding thresholds for 3 consecutive months indicates a need for more resources 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Increasing workload levels or consistent high ticket counts should be reviewed with presales for action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Coverage window changes based on team workload timeframes and requirements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Support for new areas/technologies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Incident trends, performance concerns from specific tools, user requests for help are some of the areas to watch to recommend Teradata to provide additional Support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Leverage the Services Scope slide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Performance Tuning Engagement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Engagements come in varying sizes, costs, durations and focuses based on the customer need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Recommend using the Performance Assessment with Presales to understand scope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Agile Sustainment can be proposed for teams when customers need helped with development  efficiency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400" dirty="0">
              <a:solidFill>
                <a:srgbClr val="38485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F8991EB-0505-2BF0-0594-12882A4B1A0A}"/>
              </a:ext>
            </a:extLst>
          </p:cNvPr>
          <p:cNvSpPr txBox="1"/>
          <p:nvPr/>
        </p:nvSpPr>
        <p:spPr>
          <a:xfrm>
            <a:off x="6521564" y="295061"/>
            <a:ext cx="4984636" cy="3847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</a:rPr>
              <a:t>This slide to be removed for customer version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408570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AD4523-605A-C633-08E9-4B868A628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41B6EF1-56B3-EC00-34D7-3288CB1CE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931" y="265374"/>
            <a:ext cx="8382000" cy="569513"/>
          </a:xfrm>
        </p:spPr>
        <p:txBody>
          <a:bodyPr/>
          <a:lstStyle/>
          <a:p>
            <a:r>
              <a:rPr lang="en-US" dirty="0"/>
              <a:t>Suggested Recommendations – ’</a:t>
            </a:r>
            <a:r>
              <a:rPr lang="en-US" dirty="0" err="1"/>
              <a:t>cntd</a:t>
            </a:r>
            <a:r>
              <a:rPr lang="en-US" dirty="0"/>
              <a:t>..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1F2EBE7-B4EB-B2AC-CDC2-EDEF79EA3CE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21420" y="939580"/>
            <a:ext cx="11313380" cy="3505200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TASM Engagement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TASM COE offers short term engagements to improve TASM. TASM should be reviewed after system changes and on a periodic basis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MS offers longer term TASM engagements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Application DBA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Remedy for  development best practices that need to be improved to stop poor performing workloads from entering production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5EF88E-4B4D-8D85-5B61-1EA8091E8C4F}"/>
              </a:ext>
            </a:extLst>
          </p:cNvPr>
          <p:cNvSpPr txBox="1"/>
          <p:nvPr/>
        </p:nvSpPr>
        <p:spPr>
          <a:xfrm>
            <a:off x="6651716" y="610057"/>
            <a:ext cx="4984636" cy="3847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</a:rPr>
              <a:t>This slide to be removed for customer version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8945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D7BCFC-F4FF-5765-3166-FA42DEC48F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AF0FBB-55A7-B211-C812-25F1ECA02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639" y="209550"/>
            <a:ext cx="8382000" cy="478238"/>
          </a:xfrm>
        </p:spPr>
        <p:txBody>
          <a:bodyPr/>
          <a:lstStyle/>
          <a:p>
            <a:r>
              <a:rPr lang="en-US" dirty="0"/>
              <a:t>Monthly Deck Formatting Recommendations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76285376-D02E-F8EC-A52A-721BD4068293}"/>
              </a:ext>
            </a:extLst>
          </p:cNvPr>
          <p:cNvSpPr txBox="1">
            <a:spLocks/>
          </p:cNvSpPr>
          <p:nvPr/>
        </p:nvSpPr>
        <p:spPr>
          <a:xfrm>
            <a:off x="328958" y="788758"/>
            <a:ext cx="10639866" cy="5381454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Font Consistency: 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Use </a:t>
            </a:r>
            <a:r>
              <a:rPr lang="en-US" sz="1400">
                <a:solidFill>
                  <a:srgbClr val="384851"/>
                </a:solidFill>
              </a:rPr>
              <a:t>Inter or Inter (Body) font </a:t>
            </a:r>
            <a:endParaRPr lang="en-US" sz="1400" dirty="0">
              <a:solidFill>
                <a:srgbClr val="384851"/>
              </a:solidFill>
            </a:endParaRP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Insure standardized font sizes</a:t>
            </a:r>
          </a:p>
          <a:p>
            <a:pPr lvl="3"/>
            <a:r>
              <a:rPr lang="en-US" sz="1400" dirty="0">
                <a:solidFill>
                  <a:srgbClr val="384851"/>
                </a:solidFill>
              </a:rPr>
              <a:t>Color “Orange” on heading and “Blue-Gray (RGB: 56,72,81)” on sentences and bullets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Sentence Case: Insure sentence font case is consistent, upper, lower or mixed case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Standard Bullet Formats (if slide space available): </a:t>
            </a:r>
          </a:p>
          <a:p>
            <a:pPr lvl="2"/>
            <a:r>
              <a:rPr lang="en-US" sz="2000" dirty="0">
                <a:solidFill>
                  <a:srgbClr val="384851"/>
                </a:solidFill>
              </a:rPr>
              <a:t>First level bullet, data indented two spaces – Font size 20</a:t>
            </a:r>
          </a:p>
          <a:p>
            <a:pPr lvl="3"/>
            <a:r>
              <a:rPr lang="en-US" sz="1800" dirty="0">
                <a:solidFill>
                  <a:srgbClr val="384851"/>
                </a:solidFill>
              </a:rPr>
              <a:t>Second level bullet, data indented two spaces – Font size 18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Third level bullet, data indented two spaces -  Font size 16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384851"/>
                </a:solidFill>
              </a:rPr>
              <a:t>Content Alignment: Insure slide heading, text boxes, charts and graphs are aligned. Use grid alignment</a:t>
            </a:r>
          </a:p>
          <a:p>
            <a:r>
              <a:rPr lang="en-US" sz="1600" dirty="0">
                <a:solidFill>
                  <a:srgbClr val="384851"/>
                </a:solidFill>
              </a:rPr>
              <a:t>Use PowerPoint Spelling And Grammar Checking: </a:t>
            </a:r>
          </a:p>
          <a:p>
            <a:pPr lvl="2"/>
            <a:r>
              <a:rPr lang="en-US" sz="1200" dirty="0">
                <a:solidFill>
                  <a:srgbClr val="384851"/>
                </a:solidFill>
              </a:rPr>
              <a:t>Turn on Grammar checking: Click “File”, then “Options”, then “Proofing”, click “Check Grammar With Spelling”, click “OK” to enable </a:t>
            </a:r>
          </a:p>
          <a:p>
            <a:pPr lvl="2"/>
            <a:r>
              <a:rPr lang="en-US" sz="1200" dirty="0">
                <a:solidFill>
                  <a:srgbClr val="384851"/>
                </a:solidFill>
              </a:rPr>
              <a:t>Add Spell Check command to “Quick Access Toolbar” </a:t>
            </a:r>
          </a:p>
          <a:p>
            <a:r>
              <a:rPr lang="en-US" sz="1600" dirty="0">
                <a:solidFill>
                  <a:srgbClr val="384851"/>
                </a:solidFill>
              </a:rPr>
              <a:t>Charts and Graphs: For readability, use “Blue-Gray (RGB: 56,72,81)” font for “X” and “Y” axis. Note enclosed examples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A88030C-B121-6037-F3C1-F5FA81C024F2}"/>
              </a:ext>
            </a:extLst>
          </p:cNvPr>
          <p:cNvSpPr txBox="1"/>
          <p:nvPr/>
        </p:nvSpPr>
        <p:spPr>
          <a:xfrm>
            <a:off x="6696254" y="687788"/>
            <a:ext cx="4984636" cy="384776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algn="l">
              <a:spcAft>
                <a:spcPts val="800"/>
              </a:spcAft>
            </a:pPr>
            <a:r>
              <a:rPr lang="en-US" dirty="0">
                <a:solidFill>
                  <a:srgbClr val="FF0000"/>
                </a:solidFill>
              </a:rPr>
              <a:t>This slide to be removed for customer version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357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E92456-87DE-144E-A901-2DFCB82524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885F5B2-48F7-4F18-A961-C29AAE44EB58}" type="slidenum">
              <a:rPr kumimoji="0" lang="en-US" sz="900" b="0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9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87594-A46E-CD4B-AAF6-184F291B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4491" y="514350"/>
            <a:ext cx="8229600" cy="634562"/>
          </a:xfrm>
        </p:spPr>
        <p:txBody>
          <a:bodyPr/>
          <a:lstStyle/>
          <a:p>
            <a:r>
              <a:rPr lang="en-US" kern="1200" spc="-30" baseline="0">
                <a:latin typeface="+mj-lt"/>
                <a:ea typeface="+mj-ea"/>
                <a:cs typeface="+mj-cs"/>
              </a:rPr>
              <a:t>Agenda</a:t>
            </a:r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7D0DDC-C562-8443-B949-FC65BD1C4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1. Executive Summary</a:t>
            </a:r>
          </a:p>
          <a:p>
            <a:pPr lvl="1"/>
            <a:r>
              <a:rPr lang="en-US" sz="1400" dirty="0"/>
              <a:t>Planned and Ongoing Activities</a:t>
            </a:r>
          </a:p>
          <a:p>
            <a:pPr lvl="1"/>
            <a:r>
              <a:rPr lang="en-US" sz="1400" dirty="0"/>
              <a:t>Highlights of the month</a:t>
            </a:r>
          </a:p>
          <a:p>
            <a:pPr lvl="1"/>
            <a:r>
              <a:rPr lang="en-US" sz="1400" dirty="0"/>
              <a:t>Risks/Challenges</a:t>
            </a:r>
          </a:p>
          <a:p>
            <a:pPr lvl="1"/>
            <a:r>
              <a:rPr lang="en-US" sz="1400" dirty="0"/>
              <a:t>CIP and Recommendations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93040149-5572-B545-B07C-8A5B77A0F45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127815" y="1754501"/>
            <a:ext cx="2651760" cy="1371600"/>
          </a:xfrm>
        </p:spPr>
        <p:txBody>
          <a:bodyPr/>
          <a:lstStyle/>
          <a:p>
            <a:r>
              <a:rPr lang="en-US" dirty="0"/>
              <a:t>3. Database Utilization  Metrics </a:t>
            </a:r>
          </a:p>
          <a:p>
            <a:pPr lvl="1"/>
            <a:r>
              <a:rPr lang="en-US" sz="1400" dirty="0"/>
              <a:t>Health of Metrics (CPU, Space, </a:t>
            </a:r>
            <a:r>
              <a:rPr lang="en-US" sz="1400" dirty="0" err="1"/>
              <a:t>Flowcontrol</a:t>
            </a:r>
            <a:r>
              <a:rPr lang="en-US" sz="1400" dirty="0"/>
              <a:t>, Delay Queue, Suspect CPU &amp; BAR)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5AC883F-4395-EE47-8ADC-FB30DB7F18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457199" y="3332747"/>
            <a:ext cx="2651760" cy="1371600"/>
          </a:xfrm>
        </p:spPr>
        <p:txBody>
          <a:bodyPr/>
          <a:lstStyle/>
          <a:p>
            <a:r>
              <a:rPr lang="en-US" dirty="0"/>
              <a:t>4. Value-adds Delivered</a:t>
            </a:r>
          </a:p>
          <a:p>
            <a:pPr lvl="1"/>
            <a:r>
              <a:rPr lang="en-US" sz="1400" dirty="0"/>
              <a:t>Value add from last 6 months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E6D30F9D-B528-3B45-A739-9E1976FC1351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244515" y="1752600"/>
            <a:ext cx="2651760" cy="1371600"/>
          </a:xfrm>
        </p:spPr>
        <p:txBody>
          <a:bodyPr/>
          <a:lstStyle/>
          <a:p>
            <a:r>
              <a:rPr lang="en-US" dirty="0"/>
              <a:t>2. Follow-up from the Previous Meeting</a:t>
            </a:r>
          </a:p>
          <a:p>
            <a:pPr lvl="1"/>
            <a:r>
              <a:rPr lang="en-US" sz="1400" dirty="0"/>
              <a:t>Progress on action items from the previous meeting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1D9AFC29-F52F-F447-8A50-B5BF9AAF2620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3244515" y="3332747"/>
            <a:ext cx="2651760" cy="1371600"/>
          </a:xfrm>
        </p:spPr>
        <p:txBody>
          <a:bodyPr/>
          <a:lstStyle/>
          <a:p>
            <a:r>
              <a:rPr lang="en-US" dirty="0"/>
              <a:t>5. </a:t>
            </a:r>
            <a:r>
              <a:rPr lang="en-IN" dirty="0"/>
              <a:t>On-going 6 Months High-Impact Improvement Plan</a:t>
            </a:r>
            <a:endParaRPr lang="en-US" dirty="0"/>
          </a:p>
          <a:p>
            <a:pPr lvl="1"/>
            <a:r>
              <a:rPr lang="en-US" sz="1400" dirty="0"/>
              <a:t>Ongoing Continuous Improvement Plan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C81D0AB-9307-1347-8EDD-F36AE1266C8F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6096000" y="3332747"/>
            <a:ext cx="2651760" cy="1371600"/>
          </a:xfrm>
        </p:spPr>
        <p:txBody>
          <a:bodyPr/>
          <a:lstStyle/>
          <a:p>
            <a:r>
              <a:rPr lang="en-US" dirty="0"/>
              <a:t>6. Service Metrics</a:t>
            </a:r>
          </a:p>
          <a:p>
            <a:r>
              <a:rPr lang="en-US" sz="1400" dirty="0">
                <a:latin typeface="+mn-lt"/>
                <a:ea typeface="+mn-ea"/>
              </a:rPr>
              <a:t>Ticket metrics trend analysis 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872C65FE-365C-9995-3E61-D049848425DA}"/>
              </a:ext>
            </a:extLst>
          </p:cNvPr>
          <p:cNvSpPr txBox="1">
            <a:spLocks/>
          </p:cNvSpPr>
          <p:nvPr/>
        </p:nvSpPr>
        <p:spPr>
          <a:xfrm>
            <a:off x="457199" y="4925118"/>
            <a:ext cx="5826586" cy="63456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800" b="0" i="0" kern="1200">
                <a:solidFill>
                  <a:schemeClr val="tx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+mn-cs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2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000" b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tabLst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91440" indent="-914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82880" indent="-914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" indent="-9144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7. Details</a:t>
            </a:r>
          </a:p>
          <a:p>
            <a:r>
              <a:rPr lang="en-US" sz="1400" i="1" dirty="0">
                <a:latin typeface="+mn-lt"/>
                <a:ea typeface="+mn-ea"/>
              </a:rPr>
              <a:t>Detailed reports in backup slides for drill-down analysis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EA1EEA-14DE-C73C-D80A-FDA165853A71}"/>
              </a:ext>
            </a:extLst>
          </p:cNvPr>
          <p:cNvSpPr/>
          <p:nvPr/>
        </p:nvSpPr>
        <p:spPr>
          <a:xfrm>
            <a:off x="7653571" y="65761"/>
            <a:ext cx="4442889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>
                <a:solidFill>
                  <a:srgbClr val="FF0000"/>
                </a:solidFill>
                <a:latin typeface="+mj-lt"/>
              </a:rPr>
              <a:t>Update agenda as per content.</a:t>
            </a:r>
          </a:p>
          <a:p>
            <a:pPr algn="r"/>
            <a:r>
              <a:rPr lang="en-US" i="1">
                <a:solidFill>
                  <a:srgbClr val="FF0000"/>
                </a:solidFill>
                <a:latin typeface="+mj-lt"/>
              </a:rPr>
              <a:t>Include only required points. Ensure agenda is in </a:t>
            </a:r>
            <a:r>
              <a:rPr lang="en-US" b="1" i="1">
                <a:solidFill>
                  <a:srgbClr val="FF0000"/>
                </a:solidFill>
                <a:latin typeface="+mj-lt"/>
              </a:rPr>
              <a:t>sync</a:t>
            </a:r>
            <a:r>
              <a:rPr lang="en-US" i="1">
                <a:solidFill>
                  <a:srgbClr val="FF0000"/>
                </a:solidFill>
                <a:latin typeface="+mj-lt"/>
              </a:rPr>
              <a:t> with detailed slides</a:t>
            </a:r>
          </a:p>
        </p:txBody>
      </p:sp>
    </p:spTree>
    <p:extLst>
      <p:ext uri="{BB962C8B-B14F-4D97-AF65-F5344CB8AC3E}">
        <p14:creationId xmlns:p14="http://schemas.microsoft.com/office/powerpoint/2010/main" val="636386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A093402-1597-7942-C4A7-F0E3D8F5DF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7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5801362-F033-F5D0-9901-59BA61B9C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63" y="205740"/>
            <a:ext cx="11277600" cy="525780"/>
          </a:xfrm>
        </p:spPr>
        <p:txBody>
          <a:bodyPr/>
          <a:lstStyle/>
          <a:p>
            <a:r>
              <a:rPr lang="en-US" dirty="0"/>
              <a:t>Executive Summary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C2690E1-8D1F-B6CB-72FE-1E2ACD5E83D7}"/>
              </a:ext>
            </a:extLst>
          </p:cNvPr>
          <p:cNvSpPr/>
          <p:nvPr/>
        </p:nvSpPr>
        <p:spPr>
          <a:xfrm>
            <a:off x="7959570" y="143284"/>
            <a:ext cx="38523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Update the summary as per content</a:t>
            </a:r>
          </a:p>
        </p:txBody>
      </p:sp>
      <p:graphicFrame>
        <p:nvGraphicFramePr>
          <p:cNvPr id="7" name="Content Placeholder 4">
            <a:extLst>
              <a:ext uri="{FF2B5EF4-FFF2-40B4-BE49-F238E27FC236}">
                <a16:creationId xmlns:a16="http://schemas.microsoft.com/office/drawing/2014/main" id="{7BB42A82-04DD-0A53-613C-3D39C78C9C7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19922500"/>
              </p:ext>
            </p:extLst>
          </p:nvPr>
        </p:nvGraphicFramePr>
        <p:xfrm>
          <a:off x="381663" y="1051885"/>
          <a:ext cx="10800204" cy="4273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102">
                  <a:extLst>
                    <a:ext uri="{9D8B030D-6E8A-4147-A177-3AD203B41FA5}">
                      <a16:colId xmlns:a16="http://schemas.microsoft.com/office/drawing/2014/main" val="1248716359"/>
                    </a:ext>
                  </a:extLst>
                </a:gridCol>
                <a:gridCol w="5400102">
                  <a:extLst>
                    <a:ext uri="{9D8B030D-6E8A-4147-A177-3AD203B41FA5}">
                      <a16:colId xmlns:a16="http://schemas.microsoft.com/office/drawing/2014/main" val="4289853083"/>
                    </a:ext>
                  </a:extLst>
                </a:gridCol>
              </a:tblGrid>
              <a:tr h="386803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Service Delivery Value-adds Delivered</a:t>
                      </a:r>
                      <a:endParaRPr lang="en-IN" sz="16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r>
                        <a:rPr lang="en-US" sz="160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Planned/On-Going Activities</a:t>
                      </a:r>
                      <a:endParaRPr lang="en-IN" sz="16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5824018"/>
                  </a:ext>
                </a:extLst>
              </a:tr>
              <a:tr h="1100229">
                <a:tc grid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&lt;Narrate the story highlighting the value delivered and its Business/System impact in the </a:t>
                      </a:r>
                      <a:r>
                        <a:rPr lang="en-US" sz="1400" b="1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last 30 days</a:t>
                      </a:r>
                      <a:r>
                        <a:rPr lang="en-US" sz="1400" kern="1200" dirty="0">
                          <a:solidFill>
                            <a:schemeClr val="tx2"/>
                          </a:solidFill>
                          <a:latin typeface="+mn-lt"/>
                          <a:ea typeface="+mn-ea"/>
                          <a:cs typeface="Arial" panose="020B0604020202020204" pitchFamily="34" charset="0"/>
                        </a:rPr>
                        <a:t>&gt;</a:t>
                      </a:r>
                      <a:endParaRPr lang="en-IN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200">
                          <a:solidFill>
                            <a:srgbClr val="38485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&lt;List any planned activities for next month or so&gt;</a:t>
                      </a:r>
                      <a:endParaRPr lang="en-IN" sz="1200">
                        <a:solidFill>
                          <a:srgbClr val="38485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9242751"/>
                  </a:ext>
                </a:extLst>
              </a:tr>
              <a:tr h="455250">
                <a:tc gridSpan="2"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IN" sz="16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Ongoing High-Impact Improvement Plan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IN" sz="1600" b="1" kern="120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4484177"/>
                  </a:ext>
                </a:extLst>
              </a:tr>
              <a:tr h="1002634">
                <a:tc gridSpan="2">
                  <a:txBody>
                    <a:bodyPr/>
                    <a:lstStyle/>
                    <a:p>
                      <a:pPr marL="285750" indent="-2857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&lt;Narrate the story on high-impact value-adds/areas planned for execution in the </a:t>
                      </a:r>
                      <a:r>
                        <a:rPr lang="en-US" sz="1400" b="1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next 30 days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  <a:p>
                      <a:pPr marL="0" indent="0" algn="ctr">
                        <a:buFont typeface="Arial" panose="020B0604020202020204" pitchFamily="34" charset="0"/>
                        <a:buNone/>
                      </a:pPr>
                      <a:endParaRPr lang="en-US" sz="1400" dirty="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endParaRPr lang="en-US" sz="1400">
                        <a:solidFill>
                          <a:schemeClr val="tx2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440446"/>
                  </a:ext>
                </a:extLst>
              </a:tr>
              <a:tr h="38938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Risks / Issues</a:t>
                      </a:r>
                      <a:endParaRPr lang="en-IN" sz="1600" b="1" kern="1200" dirty="0">
                        <a:solidFill>
                          <a:schemeClr val="lt1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600" b="1" kern="1200" dirty="0">
                          <a:solidFill>
                            <a:schemeClr val="lt1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Major Events, If any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1169685"/>
                  </a:ext>
                </a:extLst>
              </a:tr>
              <a:tr h="938979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&lt;Highlight major risks and issues for attention&gt;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&lt;Highlight the major ongoing and upcoming events such as upgrades, Key activities, Major Application deployments </a:t>
                      </a:r>
                      <a:r>
                        <a:rPr lang="en-US" sz="1400" dirty="0" err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etc</a:t>
                      </a:r>
                      <a:r>
                        <a:rPr lang="en-US" sz="1400" dirty="0">
                          <a:solidFill>
                            <a:schemeClr val="tx2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&gt;</a:t>
                      </a:r>
                    </a:p>
                  </a:txBody>
                  <a:tcPr anchor="ctr"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0960707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234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2310598-E1F3-338B-537D-F8705B6AD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8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135E3FE-70F2-8D2B-A4E3-1104919371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05740"/>
            <a:ext cx="11277600" cy="486023"/>
          </a:xfrm>
        </p:spPr>
        <p:txBody>
          <a:bodyPr/>
          <a:lstStyle/>
          <a:p>
            <a:r>
              <a:rPr lang="en-US" dirty="0"/>
              <a:t>Follow-up from Previous Meeting</a:t>
            </a:r>
          </a:p>
        </p:txBody>
      </p:sp>
      <p:sp>
        <p:nvSpPr>
          <p:cNvPr id="6" name="Content Placeholder 1">
            <a:extLst>
              <a:ext uri="{FF2B5EF4-FFF2-40B4-BE49-F238E27FC236}">
                <a16:creationId xmlns:a16="http://schemas.microsoft.com/office/drawing/2014/main" id="{15F97D48-032B-95AC-4EA5-3651FBE07DD2}"/>
              </a:ext>
            </a:extLst>
          </p:cNvPr>
          <p:cNvSpPr txBox="1">
            <a:spLocks/>
          </p:cNvSpPr>
          <p:nvPr/>
        </p:nvSpPr>
        <p:spPr>
          <a:xfrm>
            <a:off x="539667" y="1123950"/>
            <a:ext cx="10515600" cy="46101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384851"/>
                </a:solidFill>
              </a:rPr>
              <a:t>Describe status of follow-up actions from the previous meeting 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166B7D4-A486-57E9-3F52-24C266DB6271}"/>
              </a:ext>
            </a:extLst>
          </p:cNvPr>
          <p:cNvSpPr/>
          <p:nvPr/>
        </p:nvSpPr>
        <p:spPr>
          <a:xfrm>
            <a:off x="8327040" y="353858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>
                <a:solidFill>
                  <a:srgbClr val="FF0000"/>
                </a:solidFill>
                <a:latin typeface="+mj-lt"/>
              </a:rPr>
              <a:t>Update as per content</a:t>
            </a:r>
          </a:p>
        </p:txBody>
      </p:sp>
    </p:spTree>
    <p:extLst>
      <p:ext uri="{BB962C8B-B14F-4D97-AF65-F5344CB8AC3E}">
        <p14:creationId xmlns:p14="http://schemas.microsoft.com/office/powerpoint/2010/main" val="524337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CF40A68-2C4B-A734-3B31-DEC8537A8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7039B3-21B5-193F-A63A-0209E0B9B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443" y="154057"/>
            <a:ext cx="11277600" cy="486023"/>
          </a:xfrm>
        </p:spPr>
        <p:txBody>
          <a:bodyPr/>
          <a:lstStyle/>
          <a:p>
            <a:r>
              <a:rPr lang="en-US" b="0" i="0" u="none" strike="noStrike" dirty="0">
                <a:solidFill>
                  <a:srgbClr val="00233C"/>
                </a:solidFill>
                <a:effectLst/>
                <a:latin typeface="Inter Light" panose="02000503000000020004" pitchFamily="2" charset="0"/>
              </a:rPr>
              <a:t>Database Utilization Metrics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FBC449-0FCE-358F-DB53-98D93EDF2C43}"/>
              </a:ext>
            </a:extLst>
          </p:cNvPr>
          <p:cNvSpPr txBox="1">
            <a:spLocks/>
          </p:cNvSpPr>
          <p:nvPr/>
        </p:nvSpPr>
        <p:spPr>
          <a:xfrm>
            <a:off x="366931" y="3665351"/>
            <a:ext cx="11367869" cy="2708453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50" b="1" dirty="0">
                <a:solidFill>
                  <a:srgbClr val="384851"/>
                </a:solidFill>
              </a:rPr>
              <a:t>Observations</a:t>
            </a:r>
            <a:r>
              <a:rPr lang="en-US" sz="1050" dirty="0">
                <a:solidFill>
                  <a:srgbClr val="384851"/>
                </a:solidFill>
              </a:rPr>
              <a:t>: Add your observations here on Metrics with higher thresholds. Example below</a:t>
            </a:r>
          </a:p>
          <a:p>
            <a:r>
              <a:rPr lang="en-US" sz="1050" b="1" dirty="0">
                <a:solidFill>
                  <a:srgbClr val="384851"/>
                </a:solidFill>
              </a:rPr>
              <a:t>Delays</a:t>
            </a:r>
            <a:r>
              <a:rPr lang="en-US" sz="1050" dirty="0">
                <a:solidFill>
                  <a:srgbClr val="384851"/>
                </a:solidFill>
              </a:rPr>
              <a:t>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84851"/>
                </a:solidFill>
              </a:rPr>
              <a:t>Observation</a:t>
            </a:r>
            <a:r>
              <a:rPr lang="en-US" sz="1050" dirty="0">
                <a:solidFill>
                  <a:srgbClr val="384851"/>
                </a:solidFill>
              </a:rPr>
              <a:t> The WD-Rep-Rush workload is having higher delays.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84851"/>
                </a:solidFill>
              </a:rPr>
              <a:t>Root Cause</a:t>
            </a:r>
            <a:r>
              <a:rPr lang="en-US" sz="1050" dirty="0">
                <a:solidFill>
                  <a:srgbClr val="384851"/>
                </a:solidFill>
              </a:rPr>
              <a:t> Issue was Identified as new reports were added to the 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b="1" dirty="0">
                <a:solidFill>
                  <a:srgbClr val="384851"/>
                </a:solidFill>
              </a:rPr>
              <a:t>Solution/Recommendation:</a:t>
            </a:r>
            <a:r>
              <a:rPr lang="en-US" sz="1050" dirty="0">
                <a:solidFill>
                  <a:srgbClr val="384851"/>
                </a:solidFill>
              </a:rPr>
              <a:t> TASM review is necessary to adjust throttles and rebalance priorities</a:t>
            </a:r>
          </a:p>
          <a:p>
            <a:r>
              <a:rPr lang="en-US" sz="1050" b="1" dirty="0">
                <a:solidFill>
                  <a:srgbClr val="384851"/>
                </a:solidFill>
              </a:rPr>
              <a:t>Space: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84851"/>
                </a:solidFill>
              </a:rPr>
              <a:t>Used space cleanup helped reclaim 11 TB of space and bring down overall utilization below 60%</a:t>
            </a:r>
          </a:p>
          <a:p>
            <a:r>
              <a:rPr lang="en-US" sz="1050" b="1" dirty="0">
                <a:solidFill>
                  <a:srgbClr val="384851"/>
                </a:solidFill>
              </a:rPr>
              <a:t>Suspect CPU: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050" dirty="0">
                <a:solidFill>
                  <a:srgbClr val="384851"/>
                </a:solidFill>
              </a:rPr>
              <a:t>The performance optimization team is focusing on tuning the Batch-Critical workload which is showing high suspect CPU </a:t>
            </a:r>
          </a:p>
        </p:txBody>
      </p:sp>
    </p:spTree>
    <p:extLst>
      <p:ext uri="{BB962C8B-B14F-4D97-AF65-F5344CB8AC3E}">
        <p14:creationId xmlns:p14="http://schemas.microsoft.com/office/powerpoint/2010/main" val="20209511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AB1BAF-CFF6-0579-BB24-65C095BB7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10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0954CE-A544-767D-C288-AD31BC560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9493" y="142130"/>
            <a:ext cx="11277600" cy="505901"/>
          </a:xfrm>
        </p:spPr>
        <p:txBody>
          <a:bodyPr/>
          <a:lstStyle/>
          <a:p>
            <a:r>
              <a:rPr lang="en-US" dirty="0"/>
              <a:t>Value-adds Delivered in Last 6 Months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21F23A7-A81A-D0D3-CBBC-FCADFE62738A}"/>
              </a:ext>
            </a:extLst>
          </p:cNvPr>
          <p:cNvSpPr/>
          <p:nvPr/>
        </p:nvSpPr>
        <p:spPr>
          <a:xfrm>
            <a:off x="9150000" y="463034"/>
            <a:ext cx="2454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>
                <a:solidFill>
                  <a:srgbClr val="FF0000"/>
                </a:solidFill>
                <a:latin typeface="+mj-lt"/>
              </a:rPr>
              <a:t>Update as per content</a:t>
            </a:r>
          </a:p>
        </p:txBody>
      </p:sp>
      <p:sp>
        <p:nvSpPr>
          <p:cNvPr id="9" name="Content Placeholder 1">
            <a:extLst>
              <a:ext uri="{FF2B5EF4-FFF2-40B4-BE49-F238E27FC236}">
                <a16:creationId xmlns:a16="http://schemas.microsoft.com/office/drawing/2014/main" id="{28468AD2-1E9D-EC5D-CD4E-C56168735D1F}"/>
              </a:ext>
            </a:extLst>
          </p:cNvPr>
          <p:cNvSpPr txBox="1">
            <a:spLocks/>
          </p:cNvSpPr>
          <p:nvPr/>
        </p:nvSpPr>
        <p:spPr>
          <a:xfrm>
            <a:off x="507862" y="1153270"/>
            <a:ext cx="10515600" cy="46101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384851"/>
                </a:solidFill>
              </a:rPr>
              <a:t>This Section should include a Recap of Highlights, Graphs are optional.</a:t>
            </a:r>
          </a:p>
          <a:p>
            <a:r>
              <a:rPr lang="en-US" dirty="0">
                <a:solidFill>
                  <a:srgbClr val="384851"/>
                </a:solidFill>
              </a:rPr>
              <a:t>Aggregate the highlights by discipline  (DBA, DI, BI, etc.)</a:t>
            </a:r>
          </a:p>
          <a:p>
            <a:r>
              <a:rPr lang="en-US" dirty="0">
                <a:solidFill>
                  <a:srgbClr val="384851"/>
                </a:solidFill>
              </a:rPr>
              <a:t>Use figures</a:t>
            </a:r>
          </a:p>
        </p:txBody>
      </p:sp>
    </p:spTree>
    <p:extLst>
      <p:ext uri="{BB962C8B-B14F-4D97-AF65-F5344CB8AC3E}">
        <p14:creationId xmlns:p14="http://schemas.microsoft.com/office/powerpoint/2010/main" val="2270573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F995CB-907A-0B7A-3502-5D020772B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11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B1C6729-F080-5B7C-8706-11F5369C46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1663" y="78519"/>
            <a:ext cx="11277600" cy="513853"/>
          </a:xfr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IN" dirty="0"/>
              <a:t>On-going 6 Months High-Impact Improvement Plan</a:t>
            </a:r>
          </a:p>
        </p:txBody>
      </p:sp>
      <p:graphicFrame>
        <p:nvGraphicFramePr>
          <p:cNvPr id="6" name="Content Placeholder 8">
            <a:extLst>
              <a:ext uri="{FF2B5EF4-FFF2-40B4-BE49-F238E27FC236}">
                <a16:creationId xmlns:a16="http://schemas.microsoft.com/office/drawing/2014/main" id="{563FCFCE-71B8-819C-628E-F70DA7C416CB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91363202"/>
              </p:ext>
            </p:extLst>
          </p:nvPr>
        </p:nvGraphicFramePr>
        <p:xfrm>
          <a:off x="390573" y="1019406"/>
          <a:ext cx="11218930" cy="4960400"/>
        </p:xfrm>
        <a:graphic>
          <a:graphicData uri="http://schemas.openxmlformats.org/drawingml/2006/table">
            <a:tbl>
              <a:tblPr firstRow="1" bandRow="1">
                <a:tableStyleId>{9DCAF9ED-07DC-4A11-8D7F-57B35C25682E}</a:tableStyleId>
              </a:tblPr>
              <a:tblGrid>
                <a:gridCol w="3766876">
                  <a:extLst>
                    <a:ext uri="{9D8B030D-6E8A-4147-A177-3AD203B41FA5}">
                      <a16:colId xmlns:a16="http://schemas.microsoft.com/office/drawing/2014/main" val="3286011595"/>
                    </a:ext>
                  </a:extLst>
                </a:gridCol>
                <a:gridCol w="3726027">
                  <a:extLst>
                    <a:ext uri="{9D8B030D-6E8A-4147-A177-3AD203B41FA5}">
                      <a16:colId xmlns:a16="http://schemas.microsoft.com/office/drawing/2014/main" val="3794896832"/>
                    </a:ext>
                  </a:extLst>
                </a:gridCol>
                <a:gridCol w="3726027">
                  <a:extLst>
                    <a:ext uri="{9D8B030D-6E8A-4147-A177-3AD203B41FA5}">
                      <a16:colId xmlns:a16="http://schemas.microsoft.com/office/drawing/2014/main" val="2545657198"/>
                    </a:ext>
                  </a:extLst>
                </a:gridCol>
              </a:tblGrid>
              <a:tr h="1090397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u="none" strike="noStrike" dirty="0">
                          <a:effectLst/>
                        </a:rPr>
                        <a:t>CIP Item</a:t>
                      </a:r>
                      <a:endParaRPr lang="en-US" sz="2000" b="1" i="0" u="none" strike="noStrike" dirty="0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20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Database/Business Impact</a:t>
                      </a: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2000" u="none" strike="noStrike">
                          <a:effectLst/>
                        </a:rPr>
                        <a:t>Status</a:t>
                      </a:r>
                      <a:endParaRPr lang="en-US" sz="2000" b="1" i="0" u="none" strike="noStrike">
                        <a:solidFill>
                          <a:srgbClr val="FFFFFF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extLst>
                  <a:ext uri="{0D108BD9-81ED-4DB2-BD59-A6C34878D82A}">
                    <a16:rowId xmlns:a16="http://schemas.microsoft.com/office/drawing/2014/main" val="3058115008"/>
                  </a:ext>
                </a:extLst>
              </a:tr>
              <a:tr h="1150755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Missing Statistics</a:t>
                      </a: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solidFill>
                            <a:srgbClr val="384851"/>
                          </a:solidFill>
                          <a:effectLst/>
                        </a:rPr>
                        <a:t>Stats on Frequently used Objects will help improve Query Plan leading improved performance</a:t>
                      </a:r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dirty="0">
                          <a:solidFill>
                            <a:srgbClr val="384851"/>
                          </a:solidFill>
                          <a:effectLst/>
                        </a:rPr>
                        <a:t>WIP</a:t>
                      </a:r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extLst>
                  <a:ext uri="{0D108BD9-81ED-4DB2-BD59-A6C34878D82A}">
                    <a16:rowId xmlns:a16="http://schemas.microsoft.com/office/drawing/2014/main" val="3795633052"/>
                  </a:ext>
                </a:extLst>
              </a:tr>
              <a:tr h="8196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solidFill>
                            <a:srgbClr val="384851"/>
                          </a:solidFill>
                          <a:effectLst/>
                        </a:rPr>
                        <a:t>Unused Objects</a:t>
                      </a:r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dirty="0">
                          <a:solidFill>
                            <a:srgbClr val="384851"/>
                          </a:solidFill>
                          <a:effectLst/>
                        </a:rPr>
                        <a:t>Opportunity to clean up ~11 TB of Unused space. This helps reduce Backup Time, Increase available space/Spool</a:t>
                      </a:r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kern="1200" dirty="0">
                          <a:solidFill>
                            <a:srgbClr val="3848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</a:t>
                      </a:r>
                    </a:p>
                  </a:txBody>
                  <a:tcPr marL="4868" marR="4868" marT="4868" marB="0" anchor="ctr"/>
                </a:tc>
                <a:extLst>
                  <a:ext uri="{0D108BD9-81ED-4DB2-BD59-A6C34878D82A}">
                    <a16:rowId xmlns:a16="http://schemas.microsoft.com/office/drawing/2014/main" val="1369617715"/>
                  </a:ext>
                </a:extLst>
              </a:tr>
              <a:tr h="591898"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u="none" strike="noStrike" kern="1200" dirty="0">
                        <a:solidFill>
                          <a:srgbClr val="38485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u="none" strike="noStrike" kern="1200" dirty="0">
                          <a:solidFill>
                            <a:srgbClr val="3848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SET vs Multiset</a:t>
                      </a:r>
                    </a:p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600" u="none" strike="noStrike" kern="1200" dirty="0">
                          <a:solidFill>
                            <a:srgbClr val="3848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Converting SET with Non-Unique index to Multiset will avoid costly DRC</a:t>
                      </a: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600" u="none" strike="noStrike" kern="1200" dirty="0">
                          <a:solidFill>
                            <a:srgbClr val="38485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WIP</a:t>
                      </a:r>
                    </a:p>
                  </a:txBody>
                  <a:tcPr marL="4868" marR="4868" marT="4868" marB="0" anchor="ctr"/>
                </a:tc>
                <a:extLst>
                  <a:ext uri="{0D108BD9-81ED-4DB2-BD59-A6C34878D82A}">
                    <a16:rowId xmlns:a16="http://schemas.microsoft.com/office/drawing/2014/main" val="3633719909"/>
                  </a:ext>
                </a:extLst>
              </a:tr>
              <a:tr h="501316"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extLst>
                  <a:ext uri="{0D108BD9-81ED-4DB2-BD59-A6C34878D82A}">
                    <a16:rowId xmlns:a16="http://schemas.microsoft.com/office/drawing/2014/main" val="1243541346"/>
                  </a:ext>
                </a:extLst>
              </a:tr>
              <a:tr h="501316"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endParaRPr lang="en-US" sz="1600" b="0" i="0" u="none" strike="noStrike" dirty="0">
                        <a:solidFill>
                          <a:srgbClr val="38485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868" marR="4868" marT="4868" marB="0" anchor="ctr"/>
                </a:tc>
                <a:extLst>
                  <a:ext uri="{0D108BD9-81ED-4DB2-BD59-A6C34878D82A}">
                    <a16:rowId xmlns:a16="http://schemas.microsoft.com/office/drawing/2014/main" val="1228137944"/>
                  </a:ext>
                </a:extLst>
              </a:tr>
            </a:tbl>
          </a:graphicData>
        </a:graphic>
      </p:graphicFrame>
      <p:sp>
        <p:nvSpPr>
          <p:cNvPr id="7" name="Rectangle 6">
            <a:extLst>
              <a:ext uri="{FF2B5EF4-FFF2-40B4-BE49-F238E27FC236}">
                <a16:creationId xmlns:a16="http://schemas.microsoft.com/office/drawing/2014/main" id="{DD274896-3B5D-CE87-93EE-B1426047134B}"/>
              </a:ext>
            </a:extLst>
          </p:cNvPr>
          <p:cNvSpPr/>
          <p:nvPr/>
        </p:nvSpPr>
        <p:spPr>
          <a:xfrm>
            <a:off x="4106116" y="592372"/>
            <a:ext cx="762868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Priority list should come from CIP (CMP)</a:t>
            </a:r>
            <a:endParaRPr lang="en-US" i="1" dirty="0">
              <a:solidFill>
                <a:srgbClr val="FF0000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714832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ADBED2-2DB7-470D-D175-7FAC9F77F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12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E9096D-A935-7048-22CA-B9020B77F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0" y="216673"/>
            <a:ext cx="11277600" cy="566530"/>
          </a:xfrm>
        </p:spPr>
        <p:txBody>
          <a:bodyPr/>
          <a:lstStyle/>
          <a:p>
            <a:r>
              <a:rPr lang="en-US" dirty="0"/>
              <a:t>Service Metrics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C4CBCF-D870-7B64-8171-645168103333}"/>
              </a:ext>
            </a:extLst>
          </p:cNvPr>
          <p:cNvSpPr/>
          <p:nvPr/>
        </p:nvSpPr>
        <p:spPr>
          <a:xfrm>
            <a:off x="647095" y="2236147"/>
            <a:ext cx="10692435" cy="523220"/>
          </a:xfrm>
          <a:prstGeom prst="rect">
            <a:avLst/>
          </a:prstGeom>
          <a:solidFill>
            <a:srgbClr val="384851"/>
          </a:solidFill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2800" dirty="0">
                <a:ln w="0"/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Prepare Summary slide with Ticket Volume</a:t>
            </a:r>
            <a:endParaRPr lang="en-US" dirty="0">
              <a:ln w="0"/>
              <a:solidFill>
                <a:srgbClr val="FF000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91316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BBBAD-BA65-0B1D-0AA5-EE1E103206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5A59386-3242-1072-685A-EDBA99319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563" y="3643024"/>
            <a:ext cx="7955280" cy="698390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233C"/>
                </a:solidFill>
                <a:effectLst/>
                <a:latin typeface="Inter Light" panose="02000503000000020004" pitchFamily="2" charset="0"/>
              </a:rPr>
              <a:t>Details</a:t>
            </a:r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91757DB-8D00-25DC-69C4-B2418B167F9F}"/>
              </a:ext>
            </a:extLst>
          </p:cNvPr>
          <p:cNvSpPr txBox="1">
            <a:spLocks/>
          </p:cNvSpPr>
          <p:nvPr/>
        </p:nvSpPr>
        <p:spPr>
          <a:xfrm>
            <a:off x="686949" y="4502694"/>
            <a:ext cx="4604084" cy="44115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600" i="1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rgbClr val="FF0000"/>
                </a:solidFill>
              </a:rPr>
              <a:t>Slides with Detailed Reports</a:t>
            </a:r>
            <a:endParaRPr lang="en-IN" dirty="0">
              <a:solidFill>
                <a:srgbClr val="FF000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C47397-AF69-AA1E-B16C-4D31D5E59474}"/>
              </a:ext>
            </a:extLst>
          </p:cNvPr>
          <p:cNvSpPr txBox="1"/>
          <p:nvPr/>
        </p:nvSpPr>
        <p:spPr>
          <a:xfrm>
            <a:off x="5167009" y="1450419"/>
            <a:ext cx="536448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This text box To be removed for the customer version</a:t>
            </a:r>
          </a:p>
          <a:p>
            <a:endParaRPr lang="en-US" dirty="0">
              <a:solidFill>
                <a:srgbClr val="FF0000"/>
              </a:solidFill>
            </a:endParaRPr>
          </a:p>
          <a:p>
            <a:r>
              <a:rPr lang="en-US" dirty="0">
                <a:solidFill>
                  <a:srgbClr val="FF0000"/>
                </a:solidFill>
              </a:rPr>
              <a:t>To be used as per Customer requirements</a:t>
            </a:r>
          </a:p>
          <a:p>
            <a:r>
              <a:rPr lang="en-US" dirty="0">
                <a:solidFill>
                  <a:srgbClr val="FF0000"/>
                </a:solidFill>
              </a:rPr>
              <a:t>Selected Slides must be used with detailed observations, Root causes, Analysis, and Solution/Recommendation  </a:t>
            </a:r>
            <a:endParaRPr lang="en-IN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44260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334F1AD-1702-EB28-4C9D-6F0320D070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B40C20D-3332-0381-0EB5-595CD80B6D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9127" y="3706634"/>
            <a:ext cx="7955280" cy="730195"/>
          </a:xfrm>
        </p:spPr>
        <p:txBody>
          <a:bodyPr/>
          <a:lstStyle/>
          <a:p>
            <a:r>
              <a:rPr lang="en-US" dirty="0"/>
              <a:t>System Performance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76900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3C5561-F5D4-151B-96C4-5EBCADDC5F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7BD6199-EC0F-5540-52D7-CEE4A12AC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16" y="205740"/>
            <a:ext cx="11277600" cy="553610"/>
          </a:xfrm>
        </p:spPr>
        <p:txBody>
          <a:bodyPr/>
          <a:lstStyle/>
          <a:p>
            <a:r>
              <a:rPr lang="en-US" dirty="0"/>
              <a:t>System Configuration Summary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28C61F01-A639-5282-9910-3F97638DCBBA}"/>
              </a:ext>
            </a:extLst>
          </p:cNvPr>
          <p:cNvGrpSpPr/>
          <p:nvPr/>
        </p:nvGrpSpPr>
        <p:grpSpPr>
          <a:xfrm>
            <a:off x="301950" y="1545505"/>
            <a:ext cx="5742366" cy="1754326"/>
            <a:chOff x="2919697" y="1419083"/>
            <a:chExt cx="5742366" cy="1754326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D1F2555-DD88-B673-9B28-341F6EF9E9C1}"/>
                </a:ext>
              </a:extLst>
            </p:cNvPr>
            <p:cNvSpPr txBox="1"/>
            <p:nvPr/>
          </p:nvSpPr>
          <p:spPr>
            <a:xfrm>
              <a:off x="2919697" y="2004562"/>
              <a:ext cx="10668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2"/>
                  </a:solidFill>
                </a:rPr>
                <a:t>PROD</a:t>
              </a:r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2CF0F5EB-F8D7-7950-0F73-A3ABF0A8B0A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721855" y="1796978"/>
              <a:ext cx="660400" cy="92583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58AAA6E-F725-4463-B61E-E22E23DC0565}"/>
                </a:ext>
              </a:extLst>
            </p:cNvPr>
            <p:cNvSpPr txBox="1"/>
            <p:nvPr/>
          </p:nvSpPr>
          <p:spPr>
            <a:xfrm>
              <a:off x="4498787" y="1419083"/>
              <a:ext cx="4163276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chemeClr val="tx2"/>
                  </a:solidFill>
                </a:rPr>
                <a:t>SiteID</a:t>
              </a:r>
              <a:r>
                <a:rPr lang="en-US" sz="1200" b="1" dirty="0">
                  <a:solidFill>
                    <a:schemeClr val="tx2"/>
                  </a:solidFill>
                </a:rPr>
                <a:t>:  </a:t>
              </a:r>
              <a:r>
                <a:rPr lang="en-US" sz="1200" dirty="0">
                  <a:solidFill>
                    <a:schemeClr val="tx2"/>
                  </a:solidFill>
                </a:rPr>
                <a:t>SAMPLECUSTPROD2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Hardware Platform: </a:t>
              </a:r>
              <a:r>
                <a:rPr lang="en-US" sz="1200" dirty="0">
                  <a:solidFill>
                    <a:schemeClr val="tx2"/>
                  </a:solidFill>
                </a:rPr>
                <a:t>Teradata Active EDW 6650H 3+3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TCORE: </a:t>
              </a:r>
              <a:r>
                <a:rPr lang="en-US" sz="1200" dirty="0">
                  <a:solidFill>
                    <a:schemeClr val="tx2"/>
                  </a:solidFill>
                </a:rPr>
                <a:t>357</a:t>
              </a:r>
            </a:p>
            <a:p>
              <a:r>
                <a:rPr lang="en-US" sz="1200" b="1" dirty="0" err="1">
                  <a:solidFill>
                    <a:schemeClr val="tx2"/>
                  </a:solidFill>
                </a:rPr>
                <a:t>MaxPerm</a:t>
              </a:r>
              <a:r>
                <a:rPr lang="en-US" sz="1200" b="1" dirty="0"/>
                <a:t>      : </a:t>
              </a:r>
              <a:r>
                <a:rPr lang="en-US" sz="1200" dirty="0">
                  <a:solidFill>
                    <a:schemeClr val="tx2"/>
                  </a:solidFill>
                </a:rPr>
                <a:t>45 TB</a:t>
              </a:r>
            </a:p>
            <a:p>
              <a:r>
                <a:rPr lang="en-US" sz="1200" b="1" dirty="0" err="1">
                  <a:solidFill>
                    <a:schemeClr val="tx2"/>
                  </a:solidFill>
                </a:rPr>
                <a:t>CurrentPerm</a:t>
              </a:r>
              <a:r>
                <a:rPr lang="en-US" sz="1200" b="1" dirty="0"/>
                <a:t>:</a:t>
              </a:r>
              <a:endParaRPr lang="en-US" sz="1200" dirty="0"/>
            </a:p>
            <a:p>
              <a:r>
                <a:rPr lang="en-US" sz="1200" b="1" dirty="0">
                  <a:solidFill>
                    <a:schemeClr val="tx2"/>
                  </a:solidFill>
                </a:rPr>
                <a:t>Memory : </a:t>
              </a:r>
              <a:r>
                <a:rPr lang="en-US" sz="1200" dirty="0">
                  <a:solidFill>
                    <a:schemeClr val="tx2"/>
                  </a:solidFill>
                </a:rPr>
                <a:t>288 GB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DB Version: </a:t>
              </a:r>
              <a:r>
                <a:rPr lang="en-US" sz="1200" dirty="0">
                  <a:solidFill>
                    <a:schemeClr val="tx2"/>
                  </a:solidFill>
                </a:rPr>
                <a:t>15.10.02.10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OS Version: </a:t>
              </a:r>
              <a:r>
                <a:rPr lang="en-US" sz="1200" dirty="0">
                  <a:solidFill>
                    <a:schemeClr val="tx2"/>
                  </a:solidFill>
                </a:rPr>
                <a:t>SLES 11 SP1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CS Support: </a:t>
              </a:r>
              <a:r>
                <a:rPr lang="en-US" sz="1200" dirty="0">
                  <a:solidFill>
                    <a:schemeClr val="tx2"/>
                  </a:solidFill>
                </a:rPr>
                <a:t>Business Critical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9FFAE36-64F4-BA55-137E-8F24A38A6E38}"/>
              </a:ext>
            </a:extLst>
          </p:cNvPr>
          <p:cNvGrpSpPr/>
          <p:nvPr/>
        </p:nvGrpSpPr>
        <p:grpSpPr>
          <a:xfrm>
            <a:off x="6147686" y="1469357"/>
            <a:ext cx="5966626" cy="1754326"/>
            <a:chOff x="3462114" y="3453411"/>
            <a:chExt cx="6564400" cy="1754326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132EC17-FDCC-57CE-62AD-20EA1530354F}"/>
                </a:ext>
              </a:extLst>
            </p:cNvPr>
            <p:cNvSpPr txBox="1"/>
            <p:nvPr/>
          </p:nvSpPr>
          <p:spPr>
            <a:xfrm>
              <a:off x="3462114" y="3962864"/>
              <a:ext cx="15396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DEV/TEST</a:t>
              </a:r>
            </a:p>
          </p:txBody>
        </p:sp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151E1783-1C62-41CC-6972-1FC74DEA59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69307" y="3658989"/>
              <a:ext cx="650115" cy="973836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EC755C8F-4B8B-672A-0042-6C52C39CE2FB}"/>
                </a:ext>
              </a:extLst>
            </p:cNvPr>
            <p:cNvSpPr txBox="1"/>
            <p:nvPr/>
          </p:nvSpPr>
          <p:spPr>
            <a:xfrm>
              <a:off x="5587013" y="3453411"/>
              <a:ext cx="4439501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chemeClr val="tx2"/>
                  </a:solidFill>
                </a:rPr>
                <a:t>SiteID</a:t>
              </a:r>
              <a:r>
                <a:rPr lang="en-US" sz="1200" b="1" dirty="0">
                  <a:solidFill>
                    <a:schemeClr val="tx2"/>
                  </a:solidFill>
                </a:rPr>
                <a:t>:  </a:t>
              </a:r>
              <a:r>
                <a:rPr lang="en-US" sz="1200" dirty="0">
                  <a:solidFill>
                    <a:schemeClr val="tx2"/>
                  </a:solidFill>
                </a:rPr>
                <a:t>SAMPLECUSTDEV01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Hardware Platform: </a:t>
              </a:r>
              <a:r>
                <a:rPr lang="en-US" sz="1200" dirty="0">
                  <a:solidFill>
                    <a:schemeClr val="tx2"/>
                  </a:solidFill>
                </a:rPr>
                <a:t>Teradata Datamart Appliance 670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TCORE    : </a:t>
              </a:r>
              <a:r>
                <a:rPr lang="en-US" sz="1200" dirty="0">
                  <a:solidFill>
                    <a:schemeClr val="tx2"/>
                  </a:solidFill>
                </a:rPr>
                <a:t>50</a:t>
              </a:r>
            </a:p>
            <a:p>
              <a:r>
                <a:rPr lang="en-US" sz="1200" b="1" dirty="0" err="1">
                  <a:solidFill>
                    <a:schemeClr val="tx2"/>
                  </a:solidFill>
                </a:rPr>
                <a:t>MaxPerm</a:t>
              </a:r>
              <a:r>
                <a:rPr lang="en-US" sz="1200" b="1" dirty="0">
                  <a:solidFill>
                    <a:schemeClr val="tx2"/>
                  </a:solidFill>
                </a:rPr>
                <a:t>       : </a:t>
              </a:r>
              <a:r>
                <a:rPr lang="en-US" sz="1200" dirty="0">
                  <a:solidFill>
                    <a:schemeClr val="tx2"/>
                  </a:solidFill>
                </a:rPr>
                <a:t>8TB</a:t>
              </a:r>
            </a:p>
            <a:p>
              <a:r>
                <a:rPr lang="en-US" sz="1200" b="1" dirty="0" err="1">
                  <a:solidFill>
                    <a:schemeClr val="tx2"/>
                  </a:solidFill>
                </a:rPr>
                <a:t>CurrentPerm</a:t>
              </a:r>
              <a:r>
                <a:rPr lang="en-US" sz="1200" b="1" dirty="0"/>
                <a:t>:</a:t>
              </a:r>
              <a:endParaRPr lang="en-US" sz="1200" dirty="0">
                <a:solidFill>
                  <a:schemeClr val="tx2"/>
                </a:solidFill>
              </a:endParaRPr>
            </a:p>
            <a:p>
              <a:r>
                <a:rPr lang="en-US" sz="1200" b="1" dirty="0">
                  <a:solidFill>
                    <a:schemeClr val="tx2"/>
                  </a:solidFill>
                </a:rPr>
                <a:t>Memory  : </a:t>
              </a:r>
              <a:r>
                <a:rPr lang="en-US" sz="1200" dirty="0">
                  <a:solidFill>
                    <a:schemeClr val="tx2"/>
                  </a:solidFill>
                </a:rPr>
                <a:t>256  GB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DB Version: </a:t>
              </a:r>
              <a:r>
                <a:rPr lang="en-US" sz="1200" dirty="0">
                  <a:solidFill>
                    <a:schemeClr val="tx2"/>
                  </a:solidFill>
                </a:rPr>
                <a:t>15.10.07.33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OS Version: </a:t>
              </a:r>
              <a:r>
                <a:rPr lang="en-US" sz="1200" dirty="0">
                  <a:solidFill>
                    <a:schemeClr val="tx2"/>
                  </a:solidFill>
                </a:rPr>
                <a:t>SLES 11 SP1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CS Support: </a:t>
              </a:r>
              <a:r>
                <a:rPr lang="en-US" sz="1200" dirty="0">
                  <a:solidFill>
                    <a:schemeClr val="tx2"/>
                  </a:solidFill>
                </a:rPr>
                <a:t>Core</a:t>
              </a: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EC3EABEA-278C-4A81-E1F4-19840528A656}"/>
              </a:ext>
            </a:extLst>
          </p:cNvPr>
          <p:cNvGrpSpPr/>
          <p:nvPr/>
        </p:nvGrpSpPr>
        <p:grpSpPr>
          <a:xfrm>
            <a:off x="3153167" y="4224032"/>
            <a:ext cx="4973544" cy="1384995"/>
            <a:chOff x="2441160" y="4807535"/>
            <a:chExt cx="4973544" cy="1384995"/>
          </a:xfrm>
        </p:grpSpPr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CB7D69-1016-F729-F946-ED20DEA32316}"/>
                </a:ext>
              </a:extLst>
            </p:cNvPr>
            <p:cNvSpPr txBox="1"/>
            <p:nvPr/>
          </p:nvSpPr>
          <p:spPr>
            <a:xfrm>
              <a:off x="2441160" y="5209169"/>
              <a:ext cx="123445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>
                  <a:solidFill>
                    <a:schemeClr val="tx2"/>
                  </a:solidFill>
                </a:rPr>
                <a:t>BAR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B295A32E-A7E6-8F44-4ADC-6C89CC6B8949}"/>
                </a:ext>
              </a:extLst>
            </p:cNvPr>
            <p:cNvSpPr txBox="1"/>
            <p:nvPr/>
          </p:nvSpPr>
          <p:spPr>
            <a:xfrm>
              <a:off x="4089628" y="4807535"/>
              <a:ext cx="3325076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b="1" dirty="0" err="1">
                  <a:solidFill>
                    <a:schemeClr val="tx2"/>
                  </a:solidFill>
                </a:rPr>
                <a:t>SiteID</a:t>
              </a:r>
              <a:r>
                <a:rPr lang="en-US" sz="1200" b="1" dirty="0">
                  <a:solidFill>
                    <a:schemeClr val="tx2"/>
                  </a:solidFill>
                </a:rPr>
                <a:t>: </a:t>
              </a:r>
              <a:r>
                <a:rPr lang="en-US" sz="1200" dirty="0">
                  <a:solidFill>
                    <a:schemeClr val="tx2"/>
                  </a:solidFill>
                </a:rPr>
                <a:t>  SAMPLECUSTBAR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Media Server:</a:t>
              </a:r>
              <a:r>
                <a:rPr lang="en-US" sz="1200" dirty="0">
                  <a:solidFill>
                    <a:schemeClr val="tx2"/>
                  </a:solidFill>
                </a:rPr>
                <a:t> Dell R720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Tape Library: </a:t>
              </a:r>
              <a:r>
                <a:rPr lang="en-US" sz="1200" dirty="0">
                  <a:solidFill>
                    <a:schemeClr val="tx2"/>
                  </a:solidFill>
                </a:rPr>
                <a:t>Quantum i500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Tape Capacity: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BAR Application: </a:t>
              </a:r>
              <a:r>
                <a:rPr lang="en-US" sz="1200" dirty="0">
                  <a:solidFill>
                    <a:schemeClr val="tx2"/>
                  </a:solidFill>
                </a:rPr>
                <a:t>Veritas NetBackup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OS Version: </a:t>
              </a:r>
              <a:r>
                <a:rPr lang="en-US" sz="1200" dirty="0">
                  <a:solidFill>
                    <a:schemeClr val="tx2"/>
                  </a:solidFill>
                </a:rPr>
                <a:t>SLES 11 SP1</a:t>
              </a:r>
            </a:p>
            <a:p>
              <a:r>
                <a:rPr lang="en-US" sz="1200" b="1" dirty="0">
                  <a:solidFill>
                    <a:schemeClr val="tx2"/>
                  </a:solidFill>
                </a:rPr>
                <a:t>CS Support: </a:t>
              </a:r>
              <a:r>
                <a:rPr lang="en-US" sz="1200" dirty="0">
                  <a:solidFill>
                    <a:schemeClr val="tx2"/>
                  </a:solidFill>
                </a:rPr>
                <a:t>Core</a:t>
              </a:r>
            </a:p>
          </p:txBody>
        </p: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A78A9AE5-EFE3-241B-6658-D1CDC8EAE9DB}"/>
                </a:ext>
              </a:extLst>
            </p:cNvPr>
            <p:cNvGrpSpPr/>
            <p:nvPr/>
          </p:nvGrpSpPr>
          <p:grpSpPr>
            <a:xfrm>
              <a:off x="3418887" y="5024987"/>
              <a:ext cx="592039" cy="701282"/>
              <a:chOff x="2474626" y="1687356"/>
              <a:chExt cx="728533" cy="862963"/>
            </a:xfrm>
            <a:solidFill>
              <a:srgbClr val="EC881D"/>
            </a:solidFill>
          </p:grpSpPr>
          <p:sp>
            <p:nvSpPr>
              <p:cNvPr id="20" name="Freeform 134">
                <a:extLst>
                  <a:ext uri="{FF2B5EF4-FFF2-40B4-BE49-F238E27FC236}">
                    <a16:creationId xmlns:a16="http://schemas.microsoft.com/office/drawing/2014/main" id="{9BBC6AA0-83DD-3C1D-8C56-4570054C097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474626" y="1687356"/>
                <a:ext cx="364266" cy="862961"/>
              </a:xfrm>
              <a:custGeom>
                <a:avLst/>
                <a:gdLst>
                  <a:gd name="T0" fmla="*/ 313 w 380"/>
                  <a:gd name="T1" fmla="*/ 0 h 902"/>
                  <a:gd name="T2" fmla="*/ 67 w 380"/>
                  <a:gd name="T3" fmla="*/ 0 h 902"/>
                  <a:gd name="T4" fmla="*/ 0 w 380"/>
                  <a:gd name="T5" fmla="*/ 66 h 902"/>
                  <a:gd name="T6" fmla="*/ 0 w 380"/>
                  <a:gd name="T7" fmla="*/ 835 h 902"/>
                  <a:gd name="T8" fmla="*/ 67 w 380"/>
                  <a:gd name="T9" fmla="*/ 902 h 902"/>
                  <a:gd name="T10" fmla="*/ 313 w 380"/>
                  <a:gd name="T11" fmla="*/ 902 h 902"/>
                  <a:gd name="T12" fmla="*/ 380 w 380"/>
                  <a:gd name="T13" fmla="*/ 835 h 902"/>
                  <a:gd name="T14" fmla="*/ 380 w 380"/>
                  <a:gd name="T15" fmla="*/ 66 h 902"/>
                  <a:gd name="T16" fmla="*/ 313 w 380"/>
                  <a:gd name="T17" fmla="*/ 0 h 902"/>
                  <a:gd name="T18" fmla="*/ 319 w 380"/>
                  <a:gd name="T19" fmla="*/ 459 h 902"/>
                  <a:gd name="T20" fmla="*/ 58 w 380"/>
                  <a:gd name="T21" fmla="*/ 459 h 902"/>
                  <a:gd name="T22" fmla="*/ 58 w 380"/>
                  <a:gd name="T23" fmla="*/ 388 h 902"/>
                  <a:gd name="T24" fmla="*/ 319 w 380"/>
                  <a:gd name="T25" fmla="*/ 388 h 902"/>
                  <a:gd name="T26" fmla="*/ 319 w 380"/>
                  <a:gd name="T27" fmla="*/ 459 h 902"/>
                  <a:gd name="T28" fmla="*/ 319 w 380"/>
                  <a:gd name="T29" fmla="*/ 366 h 902"/>
                  <a:gd name="T30" fmla="*/ 58 w 380"/>
                  <a:gd name="T31" fmla="*/ 366 h 902"/>
                  <a:gd name="T32" fmla="*/ 58 w 380"/>
                  <a:gd name="T33" fmla="*/ 296 h 902"/>
                  <a:gd name="T34" fmla="*/ 319 w 380"/>
                  <a:gd name="T35" fmla="*/ 296 h 902"/>
                  <a:gd name="T36" fmla="*/ 319 w 380"/>
                  <a:gd name="T37" fmla="*/ 366 h 902"/>
                  <a:gd name="T38" fmla="*/ 319 w 380"/>
                  <a:gd name="T39" fmla="*/ 272 h 902"/>
                  <a:gd name="T40" fmla="*/ 58 w 380"/>
                  <a:gd name="T41" fmla="*/ 272 h 902"/>
                  <a:gd name="T42" fmla="*/ 58 w 380"/>
                  <a:gd name="T43" fmla="*/ 203 h 902"/>
                  <a:gd name="T44" fmla="*/ 319 w 380"/>
                  <a:gd name="T45" fmla="*/ 203 h 902"/>
                  <a:gd name="T46" fmla="*/ 319 w 380"/>
                  <a:gd name="T47" fmla="*/ 272 h 902"/>
                  <a:gd name="T48" fmla="*/ 319 w 380"/>
                  <a:gd name="T49" fmla="*/ 179 h 902"/>
                  <a:gd name="T50" fmla="*/ 58 w 380"/>
                  <a:gd name="T51" fmla="*/ 179 h 902"/>
                  <a:gd name="T52" fmla="*/ 58 w 380"/>
                  <a:gd name="T53" fmla="*/ 111 h 902"/>
                  <a:gd name="T54" fmla="*/ 319 w 380"/>
                  <a:gd name="T55" fmla="*/ 111 h 902"/>
                  <a:gd name="T56" fmla="*/ 319 w 380"/>
                  <a:gd name="T57" fmla="*/ 179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380" h="902">
                    <a:moveTo>
                      <a:pt x="313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30" y="0"/>
                      <a:pt x="0" y="30"/>
                      <a:pt x="0" y="66"/>
                    </a:cubicBezTo>
                    <a:cubicBezTo>
                      <a:pt x="0" y="835"/>
                      <a:pt x="0" y="835"/>
                      <a:pt x="0" y="835"/>
                    </a:cubicBezTo>
                    <a:cubicBezTo>
                      <a:pt x="0" y="872"/>
                      <a:pt x="30" y="902"/>
                      <a:pt x="67" y="902"/>
                    </a:cubicBezTo>
                    <a:cubicBezTo>
                      <a:pt x="313" y="902"/>
                      <a:pt x="313" y="902"/>
                      <a:pt x="313" y="902"/>
                    </a:cubicBezTo>
                    <a:cubicBezTo>
                      <a:pt x="350" y="902"/>
                      <a:pt x="380" y="872"/>
                      <a:pt x="380" y="835"/>
                    </a:cubicBezTo>
                    <a:cubicBezTo>
                      <a:pt x="380" y="66"/>
                      <a:pt x="380" y="66"/>
                      <a:pt x="380" y="66"/>
                    </a:cubicBezTo>
                    <a:cubicBezTo>
                      <a:pt x="380" y="30"/>
                      <a:pt x="350" y="0"/>
                      <a:pt x="313" y="0"/>
                    </a:cubicBezTo>
                    <a:close/>
                    <a:moveTo>
                      <a:pt x="319" y="459"/>
                    </a:moveTo>
                    <a:cubicBezTo>
                      <a:pt x="58" y="459"/>
                      <a:pt x="58" y="459"/>
                      <a:pt x="58" y="459"/>
                    </a:cubicBezTo>
                    <a:cubicBezTo>
                      <a:pt x="58" y="388"/>
                      <a:pt x="58" y="388"/>
                      <a:pt x="58" y="388"/>
                    </a:cubicBezTo>
                    <a:cubicBezTo>
                      <a:pt x="319" y="388"/>
                      <a:pt x="319" y="388"/>
                      <a:pt x="319" y="388"/>
                    </a:cubicBezTo>
                    <a:lnTo>
                      <a:pt x="319" y="459"/>
                    </a:lnTo>
                    <a:close/>
                    <a:moveTo>
                      <a:pt x="319" y="366"/>
                    </a:moveTo>
                    <a:cubicBezTo>
                      <a:pt x="58" y="366"/>
                      <a:pt x="58" y="366"/>
                      <a:pt x="58" y="366"/>
                    </a:cubicBezTo>
                    <a:cubicBezTo>
                      <a:pt x="58" y="296"/>
                      <a:pt x="58" y="296"/>
                      <a:pt x="58" y="296"/>
                    </a:cubicBezTo>
                    <a:cubicBezTo>
                      <a:pt x="319" y="296"/>
                      <a:pt x="319" y="296"/>
                      <a:pt x="319" y="296"/>
                    </a:cubicBezTo>
                    <a:lnTo>
                      <a:pt x="319" y="366"/>
                    </a:lnTo>
                    <a:close/>
                    <a:moveTo>
                      <a:pt x="319" y="272"/>
                    </a:moveTo>
                    <a:cubicBezTo>
                      <a:pt x="58" y="272"/>
                      <a:pt x="58" y="272"/>
                      <a:pt x="58" y="272"/>
                    </a:cubicBezTo>
                    <a:cubicBezTo>
                      <a:pt x="58" y="203"/>
                      <a:pt x="58" y="203"/>
                      <a:pt x="58" y="203"/>
                    </a:cubicBezTo>
                    <a:cubicBezTo>
                      <a:pt x="319" y="203"/>
                      <a:pt x="319" y="203"/>
                      <a:pt x="319" y="203"/>
                    </a:cubicBezTo>
                    <a:lnTo>
                      <a:pt x="319" y="272"/>
                    </a:lnTo>
                    <a:close/>
                    <a:moveTo>
                      <a:pt x="319" y="179"/>
                    </a:moveTo>
                    <a:cubicBezTo>
                      <a:pt x="58" y="179"/>
                      <a:pt x="58" y="179"/>
                      <a:pt x="58" y="179"/>
                    </a:cubicBezTo>
                    <a:cubicBezTo>
                      <a:pt x="58" y="111"/>
                      <a:pt x="58" y="111"/>
                      <a:pt x="58" y="111"/>
                    </a:cubicBezTo>
                    <a:cubicBezTo>
                      <a:pt x="319" y="111"/>
                      <a:pt x="319" y="111"/>
                      <a:pt x="319" y="111"/>
                    </a:cubicBezTo>
                    <a:lnTo>
                      <a:pt x="319" y="17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21" name="Rectangle 135">
                <a:extLst>
                  <a:ext uri="{FF2B5EF4-FFF2-40B4-BE49-F238E27FC236}">
                    <a16:creationId xmlns:a16="http://schemas.microsoft.com/office/drawing/2014/main" id="{8F7F5384-27EA-FCCF-0AA5-A49B0AAD5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740" y="2016930"/>
                <a:ext cx="169124" cy="4191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22" name="Rectangle 136">
                <a:extLst>
                  <a:ext uri="{FF2B5EF4-FFF2-40B4-BE49-F238E27FC236}">
                    <a16:creationId xmlns:a16="http://schemas.microsoft.com/office/drawing/2014/main" id="{8E60A8A0-3E2E-4D4E-EBBB-BCFF70183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740" y="1934536"/>
                <a:ext cx="169124" cy="404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23" name="Rectangle 137">
                <a:extLst>
                  <a:ext uri="{FF2B5EF4-FFF2-40B4-BE49-F238E27FC236}">
                    <a16:creationId xmlns:a16="http://schemas.microsoft.com/office/drawing/2014/main" id="{8A0A6CDB-C31A-F4F4-623A-48315F461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740" y="1852143"/>
                <a:ext cx="169124" cy="40474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24" name="Rectangle 138">
                <a:extLst>
                  <a:ext uri="{FF2B5EF4-FFF2-40B4-BE49-F238E27FC236}">
                    <a16:creationId xmlns:a16="http://schemas.microsoft.com/office/drawing/2014/main" id="{C907C3B0-F264-01FC-246F-3924DB9620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740" y="2099323"/>
                <a:ext cx="169124" cy="41919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25" name="Freeform 139">
                <a:extLst>
                  <a:ext uri="{FF2B5EF4-FFF2-40B4-BE49-F238E27FC236}">
                    <a16:creationId xmlns:a16="http://schemas.microsoft.com/office/drawing/2014/main" id="{C82DFAC1-08F5-6491-3DC2-7CD069FF839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2838893" y="1687358"/>
                <a:ext cx="364266" cy="862961"/>
              </a:xfrm>
              <a:custGeom>
                <a:avLst/>
                <a:gdLst>
                  <a:gd name="T0" fmla="*/ 313 w 380"/>
                  <a:gd name="T1" fmla="*/ 0 h 902"/>
                  <a:gd name="T2" fmla="*/ 67 w 380"/>
                  <a:gd name="T3" fmla="*/ 0 h 902"/>
                  <a:gd name="T4" fmla="*/ 0 w 380"/>
                  <a:gd name="T5" fmla="*/ 66 h 902"/>
                  <a:gd name="T6" fmla="*/ 0 w 380"/>
                  <a:gd name="T7" fmla="*/ 835 h 902"/>
                  <a:gd name="T8" fmla="*/ 67 w 380"/>
                  <a:gd name="T9" fmla="*/ 902 h 902"/>
                  <a:gd name="T10" fmla="*/ 313 w 380"/>
                  <a:gd name="T11" fmla="*/ 902 h 902"/>
                  <a:gd name="T12" fmla="*/ 380 w 380"/>
                  <a:gd name="T13" fmla="*/ 835 h 902"/>
                  <a:gd name="T14" fmla="*/ 380 w 380"/>
                  <a:gd name="T15" fmla="*/ 66 h 902"/>
                  <a:gd name="T16" fmla="*/ 313 w 380"/>
                  <a:gd name="T17" fmla="*/ 0 h 902"/>
                  <a:gd name="T18" fmla="*/ 319 w 380"/>
                  <a:gd name="T19" fmla="*/ 488 h 902"/>
                  <a:gd name="T20" fmla="*/ 58 w 380"/>
                  <a:gd name="T21" fmla="*/ 488 h 902"/>
                  <a:gd name="T22" fmla="*/ 58 w 380"/>
                  <a:gd name="T23" fmla="*/ 417 h 902"/>
                  <a:gd name="T24" fmla="*/ 319 w 380"/>
                  <a:gd name="T25" fmla="*/ 417 h 902"/>
                  <a:gd name="T26" fmla="*/ 319 w 380"/>
                  <a:gd name="T27" fmla="*/ 488 h 902"/>
                  <a:gd name="T28" fmla="*/ 319 w 380"/>
                  <a:gd name="T29" fmla="*/ 401 h 902"/>
                  <a:gd name="T30" fmla="*/ 58 w 380"/>
                  <a:gd name="T31" fmla="*/ 401 h 902"/>
                  <a:gd name="T32" fmla="*/ 58 w 380"/>
                  <a:gd name="T33" fmla="*/ 331 h 902"/>
                  <a:gd name="T34" fmla="*/ 319 w 380"/>
                  <a:gd name="T35" fmla="*/ 331 h 902"/>
                  <a:gd name="T36" fmla="*/ 319 w 380"/>
                  <a:gd name="T37" fmla="*/ 401 h 902"/>
                  <a:gd name="T38" fmla="*/ 319 w 380"/>
                  <a:gd name="T39" fmla="*/ 314 h 902"/>
                  <a:gd name="T40" fmla="*/ 58 w 380"/>
                  <a:gd name="T41" fmla="*/ 314 h 902"/>
                  <a:gd name="T42" fmla="*/ 58 w 380"/>
                  <a:gd name="T43" fmla="*/ 245 h 902"/>
                  <a:gd name="T44" fmla="*/ 319 w 380"/>
                  <a:gd name="T45" fmla="*/ 245 h 902"/>
                  <a:gd name="T46" fmla="*/ 319 w 380"/>
                  <a:gd name="T47" fmla="*/ 314 h 902"/>
                  <a:gd name="T48" fmla="*/ 319 w 380"/>
                  <a:gd name="T49" fmla="*/ 228 h 902"/>
                  <a:gd name="T50" fmla="*/ 58 w 380"/>
                  <a:gd name="T51" fmla="*/ 228 h 902"/>
                  <a:gd name="T52" fmla="*/ 58 w 380"/>
                  <a:gd name="T53" fmla="*/ 159 h 902"/>
                  <a:gd name="T54" fmla="*/ 319 w 380"/>
                  <a:gd name="T55" fmla="*/ 159 h 902"/>
                  <a:gd name="T56" fmla="*/ 319 w 380"/>
                  <a:gd name="T57" fmla="*/ 228 h 902"/>
                  <a:gd name="T58" fmla="*/ 319 w 380"/>
                  <a:gd name="T59" fmla="*/ 141 h 902"/>
                  <a:gd name="T60" fmla="*/ 58 w 380"/>
                  <a:gd name="T61" fmla="*/ 141 h 902"/>
                  <a:gd name="T62" fmla="*/ 58 w 380"/>
                  <a:gd name="T63" fmla="*/ 72 h 902"/>
                  <a:gd name="T64" fmla="*/ 319 w 380"/>
                  <a:gd name="T65" fmla="*/ 72 h 902"/>
                  <a:gd name="T66" fmla="*/ 319 w 380"/>
                  <a:gd name="T67" fmla="*/ 141 h 9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</a:cxnLst>
                <a:rect l="0" t="0" r="r" b="b"/>
                <a:pathLst>
                  <a:path w="380" h="902">
                    <a:moveTo>
                      <a:pt x="313" y="0"/>
                    </a:moveTo>
                    <a:cubicBezTo>
                      <a:pt x="67" y="0"/>
                      <a:pt x="67" y="0"/>
                      <a:pt x="67" y="0"/>
                    </a:cubicBezTo>
                    <a:cubicBezTo>
                      <a:pt x="30" y="0"/>
                      <a:pt x="0" y="30"/>
                      <a:pt x="0" y="66"/>
                    </a:cubicBezTo>
                    <a:cubicBezTo>
                      <a:pt x="0" y="835"/>
                      <a:pt x="0" y="835"/>
                      <a:pt x="0" y="835"/>
                    </a:cubicBezTo>
                    <a:cubicBezTo>
                      <a:pt x="0" y="872"/>
                      <a:pt x="30" y="902"/>
                      <a:pt x="67" y="902"/>
                    </a:cubicBezTo>
                    <a:cubicBezTo>
                      <a:pt x="313" y="902"/>
                      <a:pt x="313" y="902"/>
                      <a:pt x="313" y="902"/>
                    </a:cubicBezTo>
                    <a:cubicBezTo>
                      <a:pt x="350" y="902"/>
                      <a:pt x="380" y="872"/>
                      <a:pt x="380" y="835"/>
                    </a:cubicBezTo>
                    <a:cubicBezTo>
                      <a:pt x="380" y="66"/>
                      <a:pt x="380" y="66"/>
                      <a:pt x="380" y="66"/>
                    </a:cubicBezTo>
                    <a:cubicBezTo>
                      <a:pt x="380" y="30"/>
                      <a:pt x="350" y="0"/>
                      <a:pt x="313" y="0"/>
                    </a:cubicBezTo>
                    <a:close/>
                    <a:moveTo>
                      <a:pt x="319" y="488"/>
                    </a:moveTo>
                    <a:cubicBezTo>
                      <a:pt x="58" y="488"/>
                      <a:pt x="58" y="488"/>
                      <a:pt x="58" y="488"/>
                    </a:cubicBezTo>
                    <a:cubicBezTo>
                      <a:pt x="58" y="417"/>
                      <a:pt x="58" y="417"/>
                      <a:pt x="58" y="417"/>
                    </a:cubicBezTo>
                    <a:cubicBezTo>
                      <a:pt x="319" y="417"/>
                      <a:pt x="319" y="417"/>
                      <a:pt x="319" y="417"/>
                    </a:cubicBezTo>
                    <a:lnTo>
                      <a:pt x="319" y="488"/>
                    </a:lnTo>
                    <a:close/>
                    <a:moveTo>
                      <a:pt x="319" y="401"/>
                    </a:moveTo>
                    <a:cubicBezTo>
                      <a:pt x="58" y="401"/>
                      <a:pt x="58" y="401"/>
                      <a:pt x="58" y="401"/>
                    </a:cubicBezTo>
                    <a:cubicBezTo>
                      <a:pt x="58" y="331"/>
                      <a:pt x="58" y="331"/>
                      <a:pt x="58" y="331"/>
                    </a:cubicBezTo>
                    <a:cubicBezTo>
                      <a:pt x="319" y="331"/>
                      <a:pt x="319" y="331"/>
                      <a:pt x="319" y="331"/>
                    </a:cubicBezTo>
                    <a:lnTo>
                      <a:pt x="319" y="401"/>
                    </a:lnTo>
                    <a:close/>
                    <a:moveTo>
                      <a:pt x="319" y="314"/>
                    </a:moveTo>
                    <a:cubicBezTo>
                      <a:pt x="58" y="314"/>
                      <a:pt x="58" y="314"/>
                      <a:pt x="58" y="314"/>
                    </a:cubicBezTo>
                    <a:cubicBezTo>
                      <a:pt x="58" y="245"/>
                      <a:pt x="58" y="245"/>
                      <a:pt x="58" y="245"/>
                    </a:cubicBezTo>
                    <a:cubicBezTo>
                      <a:pt x="319" y="245"/>
                      <a:pt x="319" y="245"/>
                      <a:pt x="319" y="245"/>
                    </a:cubicBezTo>
                    <a:lnTo>
                      <a:pt x="319" y="314"/>
                    </a:lnTo>
                    <a:close/>
                    <a:moveTo>
                      <a:pt x="319" y="228"/>
                    </a:moveTo>
                    <a:cubicBezTo>
                      <a:pt x="58" y="228"/>
                      <a:pt x="58" y="228"/>
                      <a:pt x="58" y="228"/>
                    </a:cubicBezTo>
                    <a:cubicBezTo>
                      <a:pt x="58" y="159"/>
                      <a:pt x="58" y="159"/>
                      <a:pt x="58" y="159"/>
                    </a:cubicBezTo>
                    <a:cubicBezTo>
                      <a:pt x="319" y="159"/>
                      <a:pt x="319" y="159"/>
                      <a:pt x="319" y="159"/>
                    </a:cubicBezTo>
                    <a:lnTo>
                      <a:pt x="319" y="228"/>
                    </a:lnTo>
                    <a:close/>
                    <a:moveTo>
                      <a:pt x="319" y="141"/>
                    </a:moveTo>
                    <a:cubicBezTo>
                      <a:pt x="58" y="141"/>
                      <a:pt x="58" y="141"/>
                      <a:pt x="58" y="141"/>
                    </a:cubicBezTo>
                    <a:cubicBezTo>
                      <a:pt x="58" y="72"/>
                      <a:pt x="58" y="72"/>
                      <a:pt x="58" y="72"/>
                    </a:cubicBezTo>
                    <a:cubicBezTo>
                      <a:pt x="319" y="72"/>
                      <a:pt x="319" y="72"/>
                      <a:pt x="319" y="72"/>
                    </a:cubicBezTo>
                    <a:lnTo>
                      <a:pt x="319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  <p:sp>
            <p:nvSpPr>
              <p:cNvPr id="26" name="Rectangle 140">
                <a:extLst>
                  <a:ext uri="{FF2B5EF4-FFF2-40B4-BE49-F238E27FC236}">
                    <a16:creationId xmlns:a16="http://schemas.microsoft.com/office/drawing/2014/main" id="{2C14ED81-1553-1DB1-743E-8BD3E6183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35740" y="1769749"/>
                <a:ext cx="169124" cy="39028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algn="ctr"/>
                <a:endParaRPr lang="en-US">
                  <a:solidFill>
                    <a:schemeClr val="tx2"/>
                  </a:solidFill>
                </a:endParaRPr>
              </a:p>
            </p:txBody>
          </p:sp>
        </p:grp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C344D2AB-E5DD-7328-0E1C-50B4666DB62D}"/>
              </a:ext>
            </a:extLst>
          </p:cNvPr>
          <p:cNvSpPr/>
          <p:nvPr/>
        </p:nvSpPr>
        <p:spPr>
          <a:xfrm>
            <a:off x="6748041" y="143283"/>
            <a:ext cx="5063866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Update content of the table with system specific information. Use system images as applicable and update the information. Remove undesired system images and their information</a:t>
            </a:r>
          </a:p>
        </p:txBody>
      </p:sp>
    </p:spTree>
    <p:extLst>
      <p:ext uri="{BB962C8B-B14F-4D97-AF65-F5344CB8AC3E}">
        <p14:creationId xmlns:p14="http://schemas.microsoft.com/office/powerpoint/2010/main" val="6782810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CC6A701-B42F-E0B1-D32D-C6F3BC45B1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16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35A2573-59C5-F330-EAA2-FA7FC5AF41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20" y="143283"/>
            <a:ext cx="11277600" cy="501926"/>
          </a:xfrm>
        </p:spPr>
        <p:txBody>
          <a:bodyPr/>
          <a:lstStyle/>
          <a:p>
            <a:r>
              <a:rPr lang="en-US" dirty="0"/>
              <a:t>Baseline and Growth Trends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1CD417-C005-4497-3173-0DB8A719A926}"/>
              </a:ext>
            </a:extLst>
          </p:cNvPr>
          <p:cNvSpPr/>
          <p:nvPr/>
        </p:nvSpPr>
        <p:spPr>
          <a:xfrm>
            <a:off x="274320" y="5683758"/>
            <a:ext cx="516840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sz="1000" i="1" dirty="0">
                <a:solidFill>
                  <a:schemeClr val="tx2"/>
                </a:solidFill>
              </a:rPr>
              <a:t>"</a:t>
            </a:r>
            <a:r>
              <a:rPr lang="en-US" sz="1000" i="1" dirty="0" err="1">
                <a:solidFill>
                  <a:schemeClr val="tx2"/>
                </a:solidFill>
              </a:rPr>
              <a:t>Complex_Queries</a:t>
            </a:r>
            <a:r>
              <a:rPr lang="en-US" sz="1000" i="1" dirty="0">
                <a:solidFill>
                  <a:schemeClr val="tx2"/>
                </a:solidFill>
              </a:rPr>
              <a:t> For Month" will be populated only if Step tables will be enabled</a:t>
            </a:r>
          </a:p>
        </p:txBody>
      </p:sp>
    </p:spTree>
    <p:extLst>
      <p:ext uri="{BB962C8B-B14F-4D97-AF65-F5344CB8AC3E}">
        <p14:creationId xmlns:p14="http://schemas.microsoft.com/office/powerpoint/2010/main" val="294531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06F9AA9-2804-2CBF-9C46-CF034A009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17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3161A4-3039-2E8D-DB59-C24A29F42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5517" y="216673"/>
            <a:ext cx="11277600" cy="455212"/>
          </a:xfrm>
        </p:spPr>
        <p:txBody>
          <a:bodyPr/>
          <a:lstStyle/>
          <a:p>
            <a:r>
              <a:rPr lang="en-PH" dirty="0"/>
              <a:t>Backup and Recovery</a:t>
            </a:r>
            <a:endParaRPr lang="en-US" dirty="0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978F2D8-264E-4EE1-7768-85731EE3625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43687030"/>
              </p:ext>
            </p:extLst>
          </p:nvPr>
        </p:nvGraphicFramePr>
        <p:xfrm>
          <a:off x="488123" y="1031143"/>
          <a:ext cx="3794177" cy="4535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7" name="Chart 6">
            <a:extLst>
              <a:ext uri="{FF2B5EF4-FFF2-40B4-BE49-F238E27FC236}">
                <a16:creationId xmlns:a16="http://schemas.microsoft.com/office/drawing/2014/main" id="{0BBA92FC-EC34-43BB-19C6-97A2CD6FF8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162430162"/>
              </p:ext>
            </p:extLst>
          </p:nvPr>
        </p:nvGraphicFramePr>
        <p:xfrm>
          <a:off x="4486621" y="1462502"/>
          <a:ext cx="3974892" cy="45355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4209B21-0CB8-6E4F-9C82-B96D80BD89B3}"/>
              </a:ext>
            </a:extLst>
          </p:cNvPr>
          <p:cNvGraphicFramePr>
            <a:graphicFrameLocks/>
          </p:cNvGraphicFramePr>
          <p:nvPr/>
        </p:nvGraphicFramePr>
        <p:xfrm>
          <a:off x="8486930" y="1385318"/>
          <a:ext cx="3197069" cy="46365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4BB52F9D-D086-6A90-97F7-9FC9376E0B4E}"/>
              </a:ext>
            </a:extLst>
          </p:cNvPr>
          <p:cNvSpPr txBox="1"/>
          <p:nvPr/>
        </p:nvSpPr>
        <p:spPr>
          <a:xfrm>
            <a:off x="508000" y="671885"/>
            <a:ext cx="11176000" cy="30777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PH" sz="1400" dirty="0">
                <a:solidFill>
                  <a:schemeClr val="accent6"/>
                </a:solidFill>
              </a:rPr>
              <a:t>Comparison of size vs. duration per backup type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A5F9E9E-F748-FCA8-CF8B-DFE4C4D4D85C}"/>
              </a:ext>
            </a:extLst>
          </p:cNvPr>
          <p:cNvSpPr/>
          <p:nvPr/>
        </p:nvSpPr>
        <p:spPr>
          <a:xfrm>
            <a:off x="4893025" y="143284"/>
            <a:ext cx="691888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This is a static slide. Update BAR report per respective system</a:t>
            </a:r>
          </a:p>
        </p:txBody>
      </p:sp>
    </p:spTree>
    <p:extLst>
      <p:ext uri="{BB962C8B-B14F-4D97-AF65-F5344CB8AC3E}">
        <p14:creationId xmlns:p14="http://schemas.microsoft.com/office/powerpoint/2010/main" val="6138891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3F8295-68C6-5FA1-5A97-B11C8A5C1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7D7299-2982-E706-AD9C-C88438409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711" y="3480021"/>
            <a:ext cx="7955280" cy="746097"/>
          </a:xfrm>
        </p:spPr>
        <p:txBody>
          <a:bodyPr/>
          <a:lstStyle/>
          <a:p>
            <a:r>
              <a:rPr lang="en-US" dirty="0"/>
              <a:t>Monthly Value Additions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09521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180ADA4-681D-AE5A-AB5B-07CDD3D35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19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D295ED6-6C08-8389-2620-CA08D2CB8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62008"/>
            <a:ext cx="11277600" cy="601317"/>
          </a:xfrm>
        </p:spPr>
        <p:txBody>
          <a:bodyPr/>
          <a:lstStyle/>
          <a:p>
            <a:r>
              <a:rPr lang="en-US" dirty="0"/>
              <a:t>Query#1 Insert Batch Query Optimized in ABCEDW1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B1E7E64-8567-D7E2-9B36-B4BF34F0489C}"/>
              </a:ext>
            </a:extLst>
          </p:cNvPr>
          <p:cNvSpPr/>
          <p:nvPr/>
        </p:nvSpPr>
        <p:spPr>
          <a:xfrm>
            <a:off x="6565932" y="654641"/>
            <a:ext cx="53828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This is an example. Details needs to be added for all query tunings completed for the month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157F4006-9F86-A7DD-20DC-7712FF92852A}"/>
              </a:ext>
            </a:extLst>
          </p:cNvPr>
          <p:cNvSpPr txBox="1">
            <a:spLocks/>
          </p:cNvSpPr>
          <p:nvPr/>
        </p:nvSpPr>
        <p:spPr>
          <a:xfrm>
            <a:off x="539667" y="1488686"/>
            <a:ext cx="10515600" cy="46101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4851"/>
                </a:solidFill>
              </a:rPr>
              <a:t>Issue: 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A short description of the issue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4851"/>
                </a:solidFill>
              </a:rPr>
              <a:t>Solution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Describe solution suggested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4851"/>
                </a:solidFill>
              </a:rPr>
              <a:t>Monthly Savings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CPU: 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IO: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Response Time: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384851"/>
                </a:solidFill>
              </a:rPr>
              <a:t>Status</a:t>
            </a:r>
          </a:p>
          <a:p>
            <a:pPr lvl="3"/>
            <a:r>
              <a:rPr lang="en-US" dirty="0">
                <a:solidFill>
                  <a:srgbClr val="384851"/>
                </a:solidFill>
              </a:rPr>
              <a:t>Implemented on &lt;date&gt;/Pending Implementation/etc.</a:t>
            </a:r>
          </a:p>
          <a:p>
            <a:pPr lvl="1"/>
            <a:endParaRPr lang="en-US" dirty="0">
              <a:solidFill>
                <a:srgbClr val="38485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35266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6399B7-C654-9B7C-BA97-AE8E1E27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20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0700A0D-29A9-ADA0-7D6C-F48789B1E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05740"/>
            <a:ext cx="11277600" cy="482048"/>
          </a:xfrm>
        </p:spPr>
        <p:txBody>
          <a:bodyPr/>
          <a:lstStyle/>
          <a:p>
            <a:r>
              <a:rPr lang="en-US" dirty="0"/>
              <a:t>Query#1 Insert Batch Query Optimized in ABCEDW1 – ’</a:t>
            </a:r>
            <a:r>
              <a:rPr lang="en-US" dirty="0" err="1"/>
              <a:t>cntd</a:t>
            </a:r>
            <a:r>
              <a:rPr lang="en-US" dirty="0"/>
              <a:t>..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1D5F178-81F9-574D-E604-48289D673913}"/>
              </a:ext>
            </a:extLst>
          </p:cNvPr>
          <p:cNvSpPr/>
          <p:nvPr/>
        </p:nvSpPr>
        <p:spPr>
          <a:xfrm>
            <a:off x="6446662" y="734154"/>
            <a:ext cx="53828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This is an example. Details needs to be added for all query tunings completed for the month</a:t>
            </a:r>
          </a:p>
        </p:txBody>
      </p:sp>
      <p:graphicFrame>
        <p:nvGraphicFramePr>
          <p:cNvPr id="7" name="Content Placeholder 25">
            <a:extLst>
              <a:ext uri="{FF2B5EF4-FFF2-40B4-BE49-F238E27FC236}">
                <a16:creationId xmlns:a16="http://schemas.microsoft.com/office/drawing/2014/main" id="{7699DBDF-3972-B5EF-97C0-EA6CAB2BEAF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722861"/>
              </p:ext>
            </p:extLst>
          </p:nvPr>
        </p:nvGraphicFramePr>
        <p:xfrm>
          <a:off x="623156" y="1449125"/>
          <a:ext cx="6988175" cy="3235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78BA520-7878-A440-F8F5-7E47CB4149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24435217"/>
              </p:ext>
            </p:extLst>
          </p:nvPr>
        </p:nvGraphicFramePr>
        <p:xfrm>
          <a:off x="659958" y="4646105"/>
          <a:ext cx="9191267" cy="1390374"/>
        </p:xfrm>
        <a:graphic>
          <a:graphicData uri="http://schemas.openxmlformats.org/drawingml/2006/table">
            <a:tbl>
              <a:tblPr/>
              <a:tblGrid>
                <a:gridCol w="1885120">
                  <a:extLst>
                    <a:ext uri="{9D8B030D-6E8A-4147-A177-3AD203B41FA5}">
                      <a16:colId xmlns:a16="http://schemas.microsoft.com/office/drawing/2014/main" val="3221132348"/>
                    </a:ext>
                  </a:extLst>
                </a:gridCol>
                <a:gridCol w="867072">
                  <a:extLst>
                    <a:ext uri="{9D8B030D-6E8A-4147-A177-3AD203B41FA5}">
                      <a16:colId xmlns:a16="http://schemas.microsoft.com/office/drawing/2014/main" val="1654063545"/>
                    </a:ext>
                  </a:extLst>
                </a:gridCol>
                <a:gridCol w="867072">
                  <a:extLst>
                    <a:ext uri="{9D8B030D-6E8A-4147-A177-3AD203B41FA5}">
                      <a16:colId xmlns:a16="http://schemas.microsoft.com/office/drawing/2014/main" val="2694649444"/>
                    </a:ext>
                  </a:extLst>
                </a:gridCol>
                <a:gridCol w="895500">
                  <a:extLst>
                    <a:ext uri="{9D8B030D-6E8A-4147-A177-3AD203B41FA5}">
                      <a16:colId xmlns:a16="http://schemas.microsoft.com/office/drawing/2014/main" val="627263224"/>
                    </a:ext>
                  </a:extLst>
                </a:gridCol>
                <a:gridCol w="682286">
                  <a:extLst>
                    <a:ext uri="{9D8B030D-6E8A-4147-A177-3AD203B41FA5}">
                      <a16:colId xmlns:a16="http://schemas.microsoft.com/office/drawing/2014/main" val="3947626949"/>
                    </a:ext>
                  </a:extLst>
                </a:gridCol>
                <a:gridCol w="540143">
                  <a:extLst>
                    <a:ext uri="{9D8B030D-6E8A-4147-A177-3AD203B41FA5}">
                      <a16:colId xmlns:a16="http://schemas.microsoft.com/office/drawing/2014/main" val="3668877810"/>
                    </a:ext>
                  </a:extLst>
                </a:gridCol>
                <a:gridCol w="668072">
                  <a:extLst>
                    <a:ext uri="{9D8B030D-6E8A-4147-A177-3AD203B41FA5}">
                      <a16:colId xmlns:a16="http://schemas.microsoft.com/office/drawing/2014/main" val="670801470"/>
                    </a:ext>
                  </a:extLst>
                </a:gridCol>
                <a:gridCol w="1151358">
                  <a:extLst>
                    <a:ext uri="{9D8B030D-6E8A-4147-A177-3AD203B41FA5}">
                      <a16:colId xmlns:a16="http://schemas.microsoft.com/office/drawing/2014/main" val="4180988711"/>
                    </a:ext>
                  </a:extLst>
                </a:gridCol>
                <a:gridCol w="1634644">
                  <a:extLst>
                    <a:ext uri="{9D8B030D-6E8A-4147-A177-3AD203B41FA5}">
                      <a16:colId xmlns:a16="http://schemas.microsoft.com/office/drawing/2014/main" val="4163790407"/>
                    </a:ext>
                  </a:extLst>
                </a:gridCol>
              </a:tblGrid>
              <a:tr h="185144">
                <a:tc gridSpan="9"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Performance Metrics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1397671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CPU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Impact CPU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Response Time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CPU Skew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PJI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UII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IO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Spool Usage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929307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Before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 1,681.68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 1,762.66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0:01:31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   4.62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1.62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   0.62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1,035,330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77,758,976,000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28064833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After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84851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   114.39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       165.12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0:00:08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30.98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0.54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1.86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211,809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 dirty="0">
                          <a:solidFill>
                            <a:srgbClr val="384851"/>
                          </a:solidFill>
                          <a:effectLst/>
                          <a:latin typeface="Arial" panose="020B0604020202020204" pitchFamily="34" charset="0"/>
                        </a:rPr>
                        <a:t>1,034,452,480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4582839"/>
                  </a:ext>
                </a:extLst>
              </a:tr>
              <a:tr h="3302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Estimated Monthly Savings (Monthly Frequency = 431)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675,502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688,540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21:53:24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354,937,551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      33,068,269,637,120 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85759132"/>
                  </a:ext>
                </a:extLst>
              </a:tr>
              <a:tr h="165100">
                <a:tc>
                  <a:txBody>
                    <a:bodyPr/>
                    <a:lstStyle/>
                    <a:p>
                      <a:pPr algn="l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Savings in 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93.20%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90.63%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91.21%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79.54%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/>
                      <a:r>
                        <a:rPr lang="en-US" sz="11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98.67%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753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2179416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400831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2863FA-B32E-9FD6-1F50-1AE9E9A462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21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95F29C2-FDD2-F874-987D-98DB22E07C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979" y="165984"/>
            <a:ext cx="11277600" cy="517828"/>
          </a:xfrm>
        </p:spPr>
        <p:txBody>
          <a:bodyPr/>
          <a:lstStyle/>
          <a:p>
            <a:r>
              <a:rPr lang="en-US" dirty="0"/>
              <a:t>Resource Saving Summary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CB57D93-A7B8-2C43-4A6C-537E1EAD8261}"/>
              </a:ext>
            </a:extLst>
          </p:cNvPr>
          <p:cNvSpPr/>
          <p:nvPr/>
        </p:nvSpPr>
        <p:spPr>
          <a:xfrm>
            <a:off x="6573883" y="424898"/>
            <a:ext cx="538282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This is an example. Details can be imported from monthly performance recommendation tracker</a:t>
            </a:r>
          </a:p>
        </p:txBody>
      </p:sp>
      <p:graphicFrame>
        <p:nvGraphicFramePr>
          <p:cNvPr id="7" name="Object 6">
            <a:extLst>
              <a:ext uri="{FF2B5EF4-FFF2-40B4-BE49-F238E27FC236}">
                <a16:creationId xmlns:a16="http://schemas.microsoft.com/office/drawing/2014/main" id="{F88A329D-0BC2-9742-424C-3A11A2A1552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6344189"/>
              </p:ext>
            </p:extLst>
          </p:nvPr>
        </p:nvGraphicFramePr>
        <p:xfrm>
          <a:off x="189831" y="1661008"/>
          <a:ext cx="11955462" cy="32608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11955736" imgH="3009750" progId="Excel.Sheet.12">
                  <p:embed/>
                </p:oleObj>
              </mc:Choice>
              <mc:Fallback>
                <p:oleObj name="Worksheet" r:id="rId2" imgW="11955736" imgH="3009750" progId="Excel.Sheet.12">
                  <p:embed/>
                  <p:pic>
                    <p:nvPicPr>
                      <p:cNvPr id="7" name="Object 6">
                        <a:extLst>
                          <a:ext uri="{FF2B5EF4-FFF2-40B4-BE49-F238E27FC236}">
                            <a16:creationId xmlns:a16="http://schemas.microsoft.com/office/drawing/2014/main" id="{F88A329D-0BC2-9742-424C-3A11A2A1552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89831" y="1661008"/>
                        <a:ext cx="11955462" cy="326087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3338750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70467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3C2A8D-92E7-FA41-BF7C-2FB61B7C8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23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0B082C5-D1F0-BC49-BB8E-535B7794D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7565" y="233570"/>
            <a:ext cx="11277600" cy="553609"/>
          </a:xfrm>
        </p:spPr>
        <p:txBody>
          <a:bodyPr/>
          <a:lstStyle/>
          <a:p>
            <a:r>
              <a:rPr lang="en-US" dirty="0"/>
              <a:t>Existing Managed Services Support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934E83DE-6E42-8625-EB1B-029B2CE904C1}"/>
              </a:ext>
            </a:extLst>
          </p:cNvPr>
          <p:cNvSpPr txBox="1">
            <a:spLocks/>
          </p:cNvSpPr>
          <p:nvPr/>
        </p:nvSpPr>
        <p:spPr>
          <a:xfrm>
            <a:off x="511423" y="980826"/>
            <a:ext cx="10515600" cy="4610100"/>
          </a:xfrm>
          <a:prstGeom prst="rect">
            <a:avLst/>
          </a:prstGeom>
        </p:spPr>
        <p:txBody>
          <a:bodyPr/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13716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7432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411480" indent="-13716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None/>
              <a:tabLst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9728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19456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9184" indent="-109728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None/>
              <a:tabLst/>
              <a:defRPr sz="1100" i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endParaRPr lang="en-US" dirty="0"/>
          </a:p>
        </p:txBody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9CC03C63-895B-7254-D702-26A8261109B5}"/>
              </a:ext>
            </a:extLst>
          </p:cNvPr>
          <p:cNvGrpSpPr>
            <a:grpSpLocks/>
          </p:cNvGrpSpPr>
          <p:nvPr/>
        </p:nvGrpSpPr>
        <p:grpSpPr bwMode="auto">
          <a:xfrm>
            <a:off x="1407852" y="1867376"/>
            <a:ext cx="7586663" cy="858440"/>
            <a:chOff x="549" y="826"/>
            <a:chExt cx="4779" cy="721"/>
          </a:xfrm>
        </p:grpSpPr>
        <p:grpSp>
          <p:nvGrpSpPr>
            <p:cNvPr id="10" name="Group 4">
              <a:extLst>
                <a:ext uri="{FF2B5EF4-FFF2-40B4-BE49-F238E27FC236}">
                  <a16:creationId xmlns:a16="http://schemas.microsoft.com/office/drawing/2014/main" id="{42F1B563-C198-26B9-5421-4034D599391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81" y="827"/>
              <a:ext cx="3931" cy="720"/>
              <a:chOff x="888" y="1397"/>
              <a:chExt cx="3931" cy="720"/>
            </a:xfrm>
          </p:grpSpPr>
          <p:sp>
            <p:nvSpPr>
              <p:cNvPr id="13" name="AutoShape 5">
                <a:extLst>
                  <a:ext uri="{FF2B5EF4-FFF2-40B4-BE49-F238E27FC236}">
                    <a16:creationId xmlns:a16="http://schemas.microsoft.com/office/drawing/2014/main" id="{F3C1EA80-A77F-63FF-A0FF-0E2EDCAD80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5400000">
                <a:off x="1546" y="739"/>
                <a:ext cx="720" cy="2035"/>
              </a:xfrm>
              <a:prstGeom prst="triangle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rot="10800000" vert="eaVert" wrap="none" anchor="ctr"/>
              <a:lstStyle/>
              <a:p>
                <a:endParaRPr lang="en-US" dirty="0">
                  <a:solidFill>
                    <a:srgbClr val="3C3C3B"/>
                  </a:solidFill>
                </a:endParaRPr>
              </a:p>
            </p:txBody>
          </p:sp>
          <p:sp>
            <p:nvSpPr>
              <p:cNvPr id="14" name="AutoShape 6">
                <a:extLst>
                  <a:ext uri="{FF2B5EF4-FFF2-40B4-BE49-F238E27FC236}">
                    <a16:creationId xmlns:a16="http://schemas.microsoft.com/office/drawing/2014/main" id="{80DEAEB5-A3DE-1C85-CCF7-7A3E2C850A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6200000" flipH="1">
                <a:off x="3442" y="739"/>
                <a:ext cx="720" cy="2035"/>
              </a:xfrm>
              <a:prstGeom prst="triangle">
                <a:avLst>
                  <a:gd name="adj" fmla="val 50000"/>
                </a:avLst>
              </a:prstGeom>
              <a:solidFill>
                <a:schemeClr val="bg2">
                  <a:lumMod val="90000"/>
                </a:schemeClr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/>
              <a:p>
                <a:endParaRPr lang="en-US" dirty="0">
                  <a:solidFill>
                    <a:srgbClr val="3C3C3B"/>
                  </a:solidFill>
                </a:endParaRPr>
              </a:p>
            </p:txBody>
          </p:sp>
        </p:grpSp>
        <p:sp>
          <p:nvSpPr>
            <p:cNvPr id="11" name="Oval 7">
              <a:extLst>
                <a:ext uri="{FF2B5EF4-FFF2-40B4-BE49-F238E27FC236}">
                  <a16:creationId xmlns:a16="http://schemas.microsoft.com/office/drawing/2014/main" id="{67706382-EEC7-0321-12C1-5C1F4FF81FB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49" y="826"/>
              <a:ext cx="864" cy="720"/>
            </a:xfrm>
            <a:prstGeom prst="roundRect">
              <a:avLst>
                <a:gd name="adj" fmla="val 16667"/>
              </a:avLst>
            </a:prstGeom>
            <a:solidFill>
              <a:schemeClr val="accent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&lt;Customer Name&gt;</a:t>
              </a:r>
            </a:p>
            <a:p>
              <a:pPr algn="ctr"/>
              <a:r>
                <a:rPr lang="en-US" sz="1400" dirty="0">
                  <a:solidFill>
                    <a:schemeClr val="bg1"/>
                  </a:solidFill>
                </a:rPr>
                <a:t>Team</a:t>
              </a:r>
            </a:p>
          </p:txBody>
        </p:sp>
        <p:sp>
          <p:nvSpPr>
            <p:cNvPr id="12" name="Oval 8">
              <a:extLst>
                <a:ext uri="{FF2B5EF4-FFF2-40B4-BE49-F238E27FC236}">
                  <a16:creationId xmlns:a16="http://schemas.microsoft.com/office/drawing/2014/main" id="{4D401EC3-9678-D05C-26A4-C6440D4A7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827"/>
              <a:ext cx="864" cy="720"/>
            </a:xfrm>
            <a:prstGeom prst="roundRect">
              <a:avLst>
                <a:gd name="adj" fmla="val 16667"/>
              </a:avLst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lIns="0" tIns="0" rIns="0" bIns="0" anchor="ctr"/>
            <a:lstStyle/>
            <a:p>
              <a:pPr algn="ctr"/>
              <a:r>
                <a:rPr lang="en-US" sz="1400" dirty="0">
                  <a:solidFill>
                    <a:prstClr val="white"/>
                  </a:solidFill>
                </a:rPr>
                <a:t>Teradata</a:t>
              </a:r>
              <a:br>
                <a:rPr lang="en-US" sz="1400" dirty="0">
                  <a:solidFill>
                    <a:prstClr val="white"/>
                  </a:solidFill>
                </a:rPr>
              </a:br>
              <a:r>
                <a:rPr lang="en-US" sz="1400" dirty="0">
                  <a:solidFill>
                    <a:prstClr val="white"/>
                  </a:solidFill>
                </a:rPr>
                <a:t>Team</a:t>
              </a:r>
            </a:p>
          </p:txBody>
        </p:sp>
      </p:grpSp>
      <p:graphicFrame>
        <p:nvGraphicFramePr>
          <p:cNvPr id="15" name="Group 9">
            <a:extLst>
              <a:ext uri="{FF2B5EF4-FFF2-40B4-BE49-F238E27FC236}">
                <a16:creationId xmlns:a16="http://schemas.microsoft.com/office/drawing/2014/main" id="{9340214F-F589-4C33-0BC8-F7A75A90109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0628286"/>
              </p:ext>
            </p:extLst>
          </p:nvPr>
        </p:nvGraphicFramePr>
        <p:xfrm>
          <a:off x="1341230" y="2871336"/>
          <a:ext cx="8331200" cy="2127647"/>
        </p:xfrm>
        <a:graphic>
          <a:graphicData uri="http://schemas.openxmlformats.org/drawingml/2006/table">
            <a:tbl>
              <a:tblPr/>
              <a:tblGrid>
                <a:gridCol w="25518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7793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45281">
                <a:tc gridSpan="2"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Current Delivery</a:t>
                      </a:r>
                    </a:p>
                  </a:txBody>
                  <a:tcPr marT="34290" marB="34290" anchor="ctr" horzOverflow="overflow">
                    <a:lnL cap="flat">
                      <a:noFill/>
                    </a:lnL>
                    <a:lnR cap="flat">
                      <a:noFill/>
                    </a:lnR>
                    <a:lnT cap="flat"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Delivery	</a:t>
                      </a:r>
                    </a:p>
                  </a:txBody>
                  <a:tcPr marT="34290" marB="34290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Operational DBA: offshore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Service Management: onshore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722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Coverage</a:t>
                      </a:r>
                    </a:p>
                  </a:txBody>
                  <a:tcPr marT="34290" marB="34290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Operational DBA: 4am-12pm weekdays</a:t>
                      </a:r>
                    </a:p>
                    <a:p>
                      <a:pPr marL="285750" marR="0" lvl="0" indent="-28575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On-call DBA support: 12pm-4am weekdays and on weekends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466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Service Offering</a:t>
                      </a:r>
                      <a:endParaRPr kumimoji="0" 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lt"/>
                      </a:endParaRPr>
                    </a:p>
                  </a:txBody>
                  <a:tcPr marT="34290" marB="34290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Teradata DBA Support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lt"/>
                        </a:rPr>
                        <a:t>Terms</a:t>
                      </a:r>
                    </a:p>
                  </a:txBody>
                  <a:tcPr marT="34290" marB="34290" horzOverflow="overflow">
                    <a:lnL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1 year contract </a:t>
                      </a:r>
                    </a:p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2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84851"/>
                          </a:solidFill>
                          <a:effectLst/>
                          <a:latin typeface="+mn-lt"/>
                        </a:rPr>
                        <a:t>Start Date: Nov 16, 2018| Renewal Date: Nov 15, 2019</a:t>
                      </a:r>
                    </a:p>
                  </a:txBody>
                  <a:tcPr marT="34290" marB="34290" horzOverflow="overflow">
                    <a:lnL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" name="Rectangle 15">
            <a:extLst>
              <a:ext uri="{FF2B5EF4-FFF2-40B4-BE49-F238E27FC236}">
                <a16:creationId xmlns:a16="http://schemas.microsoft.com/office/drawing/2014/main" id="{A5EE5B24-F2AF-2832-2247-33FE3A649D5E}"/>
              </a:ext>
            </a:extLst>
          </p:cNvPr>
          <p:cNvSpPr/>
          <p:nvPr/>
        </p:nvSpPr>
        <p:spPr>
          <a:xfrm>
            <a:off x="8531352" y="233182"/>
            <a:ext cx="280076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US" i="1" dirty="0">
                <a:solidFill>
                  <a:srgbClr val="FF0000"/>
                </a:solidFill>
                <a:latin typeface="+mj-lt"/>
              </a:rPr>
              <a:t>Make project specific edit</a:t>
            </a:r>
          </a:p>
        </p:txBody>
      </p:sp>
    </p:spTree>
    <p:extLst>
      <p:ext uri="{BB962C8B-B14F-4D97-AF65-F5344CB8AC3E}">
        <p14:creationId xmlns:p14="http://schemas.microsoft.com/office/powerpoint/2010/main" val="39582540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3B30597-447E-4524-93B4-9A768230DEC9}"/>
              </a:ext>
            </a:extLst>
          </p:cNvPr>
          <p:cNvSpPr/>
          <p:nvPr/>
        </p:nvSpPr>
        <p:spPr>
          <a:xfrm>
            <a:off x="5942659" y="838521"/>
            <a:ext cx="1678507" cy="1440256"/>
          </a:xfrm>
          <a:custGeom>
            <a:avLst/>
            <a:gdLst>
              <a:gd name="connsiteX0" fmla="*/ 17008 w 1977142"/>
              <a:gd name="connsiteY0" fmla="*/ 0 h 1776198"/>
              <a:gd name="connsiteX1" fmla="*/ 69944 w 1977142"/>
              <a:gd name="connsiteY1" fmla="*/ 672 h 1776198"/>
              <a:gd name="connsiteX2" fmla="*/ 1578140 w 1977142"/>
              <a:gd name="connsiteY2" fmla="*/ 648503 h 1776198"/>
              <a:gd name="connsiteX3" fmla="*/ 1902513 w 1977142"/>
              <a:gd name="connsiteY3" fmla="*/ 1018375 h 1776198"/>
              <a:gd name="connsiteX4" fmla="*/ 1977142 w 1977142"/>
              <a:gd name="connsiteY4" fmla="*/ 1135129 h 1776198"/>
              <a:gd name="connsiteX5" fmla="*/ 1611536 w 1977142"/>
              <a:gd name="connsiteY5" fmla="*/ 1764598 h 1776198"/>
              <a:gd name="connsiteX6" fmla="*/ 802094 w 1977142"/>
              <a:gd name="connsiteY6" fmla="*/ 1776198 h 1776198"/>
              <a:gd name="connsiteX7" fmla="*/ 746658 w 1977142"/>
              <a:gd name="connsiteY7" fmla="*/ 1706334 h 1776198"/>
              <a:gd name="connsiteX8" fmla="*/ 667731 w 1977142"/>
              <a:gd name="connsiteY8" fmla="*/ 1625031 h 1776198"/>
              <a:gd name="connsiteX9" fmla="*/ 87699 w 1977142"/>
              <a:gd name="connsiteY9" fmla="*/ 1339635 h 1776198"/>
              <a:gd name="connsiteX10" fmla="*/ 0 w 1977142"/>
              <a:gd name="connsiteY10" fmla="*/ 1333803 h 1776198"/>
              <a:gd name="connsiteX11" fmla="*/ 389550 w 1977142"/>
              <a:gd name="connsiteY11" fmla="*/ 615804 h 1776198"/>
              <a:gd name="connsiteX12" fmla="*/ 17008 w 1977142"/>
              <a:gd name="connsiteY12" fmla="*/ 0 h 17761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977142" h="1776198">
                <a:moveTo>
                  <a:pt x="17008" y="0"/>
                </a:moveTo>
                <a:lnTo>
                  <a:pt x="69944" y="672"/>
                </a:lnTo>
                <a:cubicBezTo>
                  <a:pt x="613289" y="33536"/>
                  <a:pt x="1148901" y="248327"/>
                  <a:pt x="1578140" y="648503"/>
                </a:cubicBezTo>
                <a:cubicBezTo>
                  <a:pt x="1700780" y="762839"/>
                  <a:pt x="1808931" y="886897"/>
                  <a:pt x="1902513" y="1018375"/>
                </a:cubicBezTo>
                <a:lnTo>
                  <a:pt x="1977142" y="1135129"/>
                </a:lnTo>
                <a:lnTo>
                  <a:pt x="1611536" y="1764598"/>
                </a:lnTo>
                <a:lnTo>
                  <a:pt x="802094" y="1776198"/>
                </a:lnTo>
                <a:lnTo>
                  <a:pt x="746658" y="1706334"/>
                </a:lnTo>
                <a:cubicBezTo>
                  <a:pt x="721988" y="1678230"/>
                  <a:pt x="695677" y="1651084"/>
                  <a:pt x="667731" y="1625031"/>
                </a:cubicBezTo>
                <a:cubicBezTo>
                  <a:pt x="500055" y="1468708"/>
                  <a:pt x="297328" y="1373848"/>
                  <a:pt x="87699" y="1339635"/>
                </a:cubicBezTo>
                <a:lnTo>
                  <a:pt x="0" y="1333803"/>
                </a:lnTo>
                <a:lnTo>
                  <a:pt x="389550" y="615804"/>
                </a:lnTo>
                <a:lnTo>
                  <a:pt x="17008" y="0"/>
                </a:lnTo>
                <a:close/>
              </a:path>
            </a:pathLst>
          </a:custGeom>
          <a:solidFill>
            <a:srgbClr val="04A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9CD51230-8932-319B-BF9B-BE5270A4456E}"/>
              </a:ext>
            </a:extLst>
          </p:cNvPr>
          <p:cNvSpPr/>
          <p:nvPr/>
        </p:nvSpPr>
        <p:spPr>
          <a:xfrm>
            <a:off x="5951533" y="844160"/>
            <a:ext cx="1664067" cy="1321143"/>
          </a:xfrm>
          <a:custGeom>
            <a:avLst/>
            <a:gdLst>
              <a:gd name="connsiteX0" fmla="*/ 0 w 1960133"/>
              <a:gd name="connsiteY0" fmla="*/ 0 h 1629301"/>
              <a:gd name="connsiteX1" fmla="*/ 52936 w 1960133"/>
              <a:gd name="connsiteY1" fmla="*/ 672 h 1629301"/>
              <a:gd name="connsiteX2" fmla="*/ 1561132 w 1960133"/>
              <a:gd name="connsiteY2" fmla="*/ 648502 h 1629301"/>
              <a:gd name="connsiteX3" fmla="*/ 1885505 w 1960133"/>
              <a:gd name="connsiteY3" fmla="*/ 1018375 h 1629301"/>
              <a:gd name="connsiteX4" fmla="*/ 1960133 w 1960133"/>
              <a:gd name="connsiteY4" fmla="*/ 1135129 h 1629301"/>
              <a:gd name="connsiteX5" fmla="*/ 1673111 w 1960133"/>
              <a:gd name="connsiteY5" fmla="*/ 1629301 h 1629301"/>
              <a:gd name="connsiteX6" fmla="*/ 1610318 w 1960133"/>
              <a:gd name="connsiteY6" fmla="*/ 1498893 h 1629301"/>
              <a:gd name="connsiteX7" fmla="*/ 478645 w 1960133"/>
              <a:gd name="connsiteY7" fmla="*/ 568188 h 1629301"/>
              <a:gd name="connsiteX8" fmla="*/ 318872 w 1960133"/>
              <a:gd name="connsiteY8" fmla="*/ 527087 h 1629301"/>
              <a:gd name="connsiteX9" fmla="*/ 0 w 1960133"/>
              <a:gd name="connsiteY9" fmla="*/ 0 h 16293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960133" h="1629301">
                <a:moveTo>
                  <a:pt x="0" y="0"/>
                </a:moveTo>
                <a:lnTo>
                  <a:pt x="52936" y="672"/>
                </a:lnTo>
                <a:cubicBezTo>
                  <a:pt x="596281" y="33536"/>
                  <a:pt x="1131892" y="248327"/>
                  <a:pt x="1561132" y="648502"/>
                </a:cubicBezTo>
                <a:cubicBezTo>
                  <a:pt x="1683772" y="762838"/>
                  <a:pt x="1791923" y="886897"/>
                  <a:pt x="1885505" y="1018375"/>
                </a:cubicBezTo>
                <a:lnTo>
                  <a:pt x="1960133" y="1135129"/>
                </a:lnTo>
                <a:lnTo>
                  <a:pt x="1673111" y="1629301"/>
                </a:lnTo>
                <a:lnTo>
                  <a:pt x="1610318" y="1498893"/>
                </a:lnTo>
                <a:cubicBezTo>
                  <a:pt x="1370821" y="1057825"/>
                  <a:pt x="965791" y="719773"/>
                  <a:pt x="478645" y="568188"/>
                </a:cubicBezTo>
                <a:lnTo>
                  <a:pt x="318872" y="527087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alpha val="1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2B0BE844-26F3-4186-8BE0-0ED5DF5E6DEA}"/>
              </a:ext>
            </a:extLst>
          </p:cNvPr>
          <p:cNvGrpSpPr/>
          <p:nvPr/>
        </p:nvGrpSpPr>
        <p:grpSpPr>
          <a:xfrm>
            <a:off x="725808" y="552135"/>
            <a:ext cx="10517374" cy="4820655"/>
            <a:chOff x="-32204" y="1564056"/>
            <a:chExt cx="9830337" cy="4820655"/>
          </a:xfrm>
        </p:grpSpPr>
        <p:grpSp>
          <p:nvGrpSpPr>
            <p:cNvPr id="207" name="Group 206">
              <a:extLst>
                <a:ext uri="{FF2B5EF4-FFF2-40B4-BE49-F238E27FC236}">
                  <a16:creationId xmlns:a16="http://schemas.microsoft.com/office/drawing/2014/main" id="{2DEF0DC1-B5E7-441E-9163-A9C62B006A04}"/>
                </a:ext>
              </a:extLst>
            </p:cNvPr>
            <p:cNvGrpSpPr/>
            <p:nvPr/>
          </p:nvGrpSpPr>
          <p:grpSpPr>
            <a:xfrm>
              <a:off x="-32204" y="1603614"/>
              <a:ext cx="9830337" cy="4781097"/>
              <a:chOff x="-32204" y="1603614"/>
              <a:chExt cx="9830337" cy="4781097"/>
            </a:xfrm>
          </p:grpSpPr>
          <p:grpSp>
            <p:nvGrpSpPr>
              <p:cNvPr id="287" name="Group 286">
                <a:extLst>
                  <a:ext uri="{FF2B5EF4-FFF2-40B4-BE49-F238E27FC236}">
                    <a16:creationId xmlns:a16="http://schemas.microsoft.com/office/drawing/2014/main" id="{04FD3A55-80C1-4345-91D4-9C1605351FEE}"/>
                  </a:ext>
                </a:extLst>
              </p:cNvPr>
              <p:cNvGrpSpPr/>
              <p:nvPr/>
            </p:nvGrpSpPr>
            <p:grpSpPr>
              <a:xfrm>
                <a:off x="-32204" y="5178467"/>
                <a:ext cx="3254918" cy="1206244"/>
                <a:chOff x="573128" y="1581730"/>
                <a:chExt cx="4339890" cy="1608320"/>
              </a:xfrm>
            </p:grpSpPr>
            <p:sp>
              <p:nvSpPr>
                <p:cNvPr id="297" name="TextBox 296">
                  <a:extLst>
                    <a:ext uri="{FF2B5EF4-FFF2-40B4-BE49-F238E27FC236}">
                      <a16:creationId xmlns:a16="http://schemas.microsoft.com/office/drawing/2014/main" id="{A32465BD-5A21-475A-86F5-CD6C83D28F6F}"/>
                    </a:ext>
                  </a:extLst>
                </p:cNvPr>
                <p:cNvSpPr txBox="1"/>
                <p:nvPr/>
              </p:nvSpPr>
              <p:spPr>
                <a:xfrm>
                  <a:off x="573128" y="1581730"/>
                  <a:ext cx="4339890" cy="4514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Periodic Database Optimization</a:t>
                  </a:r>
                  <a:endParaRPr kumimoji="0" lang="en-IN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8" name="Rectangle 297">
                  <a:extLst>
                    <a:ext uri="{FF2B5EF4-FFF2-40B4-BE49-F238E27FC236}">
                      <a16:creationId xmlns:a16="http://schemas.microsoft.com/office/drawing/2014/main" id="{CE532CE6-4128-4018-A3CB-8BC952EB51EB}"/>
                    </a:ext>
                  </a:extLst>
                </p:cNvPr>
                <p:cNvSpPr/>
                <p:nvPr/>
              </p:nvSpPr>
              <p:spPr>
                <a:xfrm>
                  <a:off x="616936" y="2082057"/>
                  <a:ext cx="4252275" cy="1107993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71450" marR="0" lvl="0" indent="-171450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Operations and Performance assessment</a:t>
                  </a:r>
                </a:p>
                <a:p>
                  <a:pPr marL="171450" marR="0" lvl="0" indent="-171450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Performance Optimization (short term)</a:t>
                  </a:r>
                </a:p>
                <a:p>
                  <a:pPr marL="171450" indent="-171450" defTabSz="685800"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Workload Management Optimization</a:t>
                  </a:r>
                </a:p>
                <a:p>
                  <a:pPr marL="171450" indent="-171450" defTabSz="685800">
                    <a:buFont typeface="Arial" panose="020B0604020202020204" pitchFamily="34" charset="0"/>
                    <a:buChar char="•"/>
                    <a:defRPr/>
                  </a:pPr>
                  <a:r>
                    <a:rPr lang="en-US" sz="1200" kern="0">
                      <a:solidFill>
                        <a:srgbClr val="0070C0"/>
                      </a:solidFill>
                      <a:latin typeface="Arial" panose="020B0604020202020204"/>
                      <a:cs typeface="Arial" panose="020B0604020202020204" pitchFamily="34" charset="0"/>
                    </a:rPr>
                    <a:t>Capacity Management</a:t>
                  </a: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88" name="Group 287">
                <a:extLst>
                  <a:ext uri="{FF2B5EF4-FFF2-40B4-BE49-F238E27FC236}">
                    <a16:creationId xmlns:a16="http://schemas.microsoft.com/office/drawing/2014/main" id="{824D03A6-1329-4E03-A3EA-8D146D89CA0C}"/>
                  </a:ext>
                </a:extLst>
              </p:cNvPr>
              <p:cNvGrpSpPr/>
              <p:nvPr/>
            </p:nvGrpSpPr>
            <p:grpSpPr>
              <a:xfrm>
                <a:off x="652" y="1611754"/>
                <a:ext cx="3032003" cy="1346993"/>
                <a:chOff x="-447631" y="-805866"/>
                <a:chExt cx="4042670" cy="1795982"/>
              </a:xfrm>
            </p:grpSpPr>
            <p:sp>
              <p:nvSpPr>
                <p:cNvPr id="295" name="TextBox 294">
                  <a:extLst>
                    <a:ext uri="{FF2B5EF4-FFF2-40B4-BE49-F238E27FC236}">
                      <a16:creationId xmlns:a16="http://schemas.microsoft.com/office/drawing/2014/main" id="{04C20056-5B99-4931-B02B-89654A6E986E}"/>
                    </a:ext>
                  </a:extLst>
                </p:cNvPr>
                <p:cNvSpPr txBox="1"/>
                <p:nvPr/>
              </p:nvSpPr>
              <p:spPr>
                <a:xfrm>
                  <a:off x="-447631" y="-805866"/>
                  <a:ext cx="4042670" cy="45140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Data Ingestion and Analytics</a:t>
                  </a:r>
                  <a:endParaRPr kumimoji="0" lang="en-IN" sz="1600" b="1" i="0" u="none" strike="noStrike" kern="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6" name="Rectangle 295">
                  <a:extLst>
                    <a:ext uri="{FF2B5EF4-FFF2-40B4-BE49-F238E27FC236}">
                      <a16:creationId xmlns:a16="http://schemas.microsoft.com/office/drawing/2014/main" id="{35114A74-0067-4622-ABC8-0A8101B756FD}"/>
                    </a:ext>
                  </a:extLst>
                </p:cNvPr>
                <p:cNvSpPr/>
                <p:nvPr/>
              </p:nvSpPr>
              <p:spPr>
                <a:xfrm>
                  <a:off x="-338030" y="-364094"/>
                  <a:ext cx="3912950" cy="1354210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just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Operations support level 1, level 2 and level 3 </a:t>
                  </a:r>
                </a:p>
                <a:p>
                  <a:pPr marL="171450" marR="0" lvl="0" indent="-171450" algn="just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Problem and Release management </a:t>
                  </a:r>
                </a:p>
                <a:p>
                  <a:pPr marL="171450" marR="0" lvl="0" indent="-171450" algn="just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Platform </a:t>
                  </a:r>
                  <a:r>
                    <a:rPr lang="en-US" sz="1200" kern="0">
                      <a:solidFill>
                        <a:srgbClr val="0070C0"/>
                      </a:solidFill>
                      <a:latin typeface="Arial" panose="020B0604020202020204"/>
                      <a:cs typeface="Arial" panose="020B0604020202020204" pitchFamily="34" charset="0"/>
                    </a:rPr>
                    <a:t>A</a:t>
                  </a:r>
                  <a:r>
                    <a:rPr kumimoji="0" lang="en-US" sz="1200" b="0" i="0" u="none" strike="noStrike" kern="0" cap="none" spc="0" normalizeH="0" baseline="0" noProof="0" err="1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dministration</a:t>
                  </a:r>
                  <a:endParaRPr kumimoji="0" lang="en-US" sz="1200" b="0" i="0" u="none" strike="noStrike" kern="0" cap="none" spc="0" normalizeH="0" baseline="0" noProof="0">
                    <a:ln>
                      <a:noFill/>
                    </a:ln>
                    <a:solidFill>
                      <a:srgbClr val="0070C0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panose="020B0604020202020204" pitchFamily="34" charset="0"/>
                  </a:endParaRPr>
                </a:p>
                <a:p>
                  <a:pPr marL="171450" marR="0" lvl="0" indent="-171450" algn="just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lang="en-US" sz="1200" kern="0">
                      <a:solidFill>
                        <a:srgbClr val="0070C0"/>
                      </a:solidFill>
                      <a:latin typeface="Arial" panose="020B0604020202020204"/>
                      <a:cs typeface="Arial" panose="020B0604020202020204" pitchFamily="34" charset="0"/>
                    </a:rPr>
                    <a:t>DevOps Custom</a:t>
                  </a:r>
                </a:p>
              </p:txBody>
            </p:sp>
          </p:grpSp>
          <p:grpSp>
            <p:nvGrpSpPr>
              <p:cNvPr id="289" name="Group 288">
                <a:extLst>
                  <a:ext uri="{FF2B5EF4-FFF2-40B4-BE49-F238E27FC236}">
                    <a16:creationId xmlns:a16="http://schemas.microsoft.com/office/drawing/2014/main" id="{7D54B2F9-8FFC-46C9-B72A-EDD2CF7720A7}"/>
                  </a:ext>
                </a:extLst>
              </p:cNvPr>
              <p:cNvGrpSpPr/>
              <p:nvPr/>
            </p:nvGrpSpPr>
            <p:grpSpPr>
              <a:xfrm>
                <a:off x="6242070" y="1603614"/>
                <a:ext cx="2795739" cy="969244"/>
                <a:chOff x="8511137" y="1633738"/>
                <a:chExt cx="3727657" cy="1292330"/>
              </a:xfrm>
            </p:grpSpPr>
            <p:sp>
              <p:nvSpPr>
                <p:cNvPr id="293" name="TextBox 292">
                  <a:extLst>
                    <a:ext uri="{FF2B5EF4-FFF2-40B4-BE49-F238E27FC236}">
                      <a16:creationId xmlns:a16="http://schemas.microsoft.com/office/drawing/2014/main" id="{CA089F15-854C-4874-BC85-1E7E24FDD22C}"/>
                    </a:ext>
                  </a:extLst>
                </p:cNvPr>
                <p:cNvSpPr txBox="1"/>
                <p:nvPr/>
              </p:nvSpPr>
              <p:spPr>
                <a:xfrm>
                  <a:off x="8511137" y="1633738"/>
                  <a:ext cx="3586967" cy="45140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Database Infrastructure</a:t>
                  </a:r>
                  <a:endParaRPr kumimoji="0" lang="en-IN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4" name="Rectangle 293">
                  <a:extLst>
                    <a:ext uri="{FF2B5EF4-FFF2-40B4-BE49-F238E27FC236}">
                      <a16:creationId xmlns:a16="http://schemas.microsoft.com/office/drawing/2014/main" id="{FB329879-3941-4D9E-9C70-BF39EF0FC305}"/>
                    </a:ext>
                  </a:extLst>
                </p:cNvPr>
                <p:cNvSpPr/>
                <p:nvPr/>
              </p:nvSpPr>
              <p:spPr>
                <a:xfrm>
                  <a:off x="8651827" y="2064290"/>
                  <a:ext cx="3586967" cy="861778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71450" marR="0" lvl="0" indent="-171450" algn="just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Database Operations </a:t>
                  </a:r>
                </a:p>
                <a:p>
                  <a:pPr marL="171450" marR="0" lvl="0" indent="-171450" algn="just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Database Security Administration</a:t>
                  </a:r>
                </a:p>
                <a:p>
                  <a:pPr marL="171450" indent="-171450" algn="just" defTabSz="685800">
                    <a:buFont typeface="Arial" panose="020B0604020202020204" pitchFamily="34" charset="0"/>
                    <a:buChar char="•"/>
                    <a:defRPr/>
                  </a:pPr>
                  <a:r>
                    <a:rPr kumimoji="0" lang="en-US" sz="1200" b="0" i="0" u="none" strike="noStrike" kern="0" cap="none" spc="0" normalizeH="0" baseline="0" noProof="0">
                      <a:ln>
                        <a:noFill/>
                      </a:ln>
                      <a:solidFill>
                        <a:srgbClr val="0070C0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Backup Archival Restore  </a:t>
                  </a:r>
                </a:p>
              </p:txBody>
            </p:sp>
          </p:grpSp>
          <p:grpSp>
            <p:nvGrpSpPr>
              <p:cNvPr id="290" name="Group 289">
                <a:extLst>
                  <a:ext uri="{FF2B5EF4-FFF2-40B4-BE49-F238E27FC236}">
                    <a16:creationId xmlns:a16="http://schemas.microsoft.com/office/drawing/2014/main" id="{B708C6A8-CA66-4921-ABE0-07F5866039B8}"/>
                  </a:ext>
                </a:extLst>
              </p:cNvPr>
              <p:cNvGrpSpPr/>
              <p:nvPr/>
            </p:nvGrpSpPr>
            <p:grpSpPr>
              <a:xfrm>
                <a:off x="6929892" y="3603731"/>
                <a:ext cx="2868241" cy="968828"/>
                <a:chOff x="9410077" y="-517870"/>
                <a:chExt cx="3824325" cy="1291770"/>
              </a:xfrm>
            </p:grpSpPr>
            <p:sp>
              <p:nvSpPr>
                <p:cNvPr id="291" name="TextBox 290">
                  <a:extLst>
                    <a:ext uri="{FF2B5EF4-FFF2-40B4-BE49-F238E27FC236}">
                      <a16:creationId xmlns:a16="http://schemas.microsoft.com/office/drawing/2014/main" id="{63D0CA44-6027-45E4-B4AE-8B4C7D78A290}"/>
                    </a:ext>
                  </a:extLst>
                </p:cNvPr>
                <p:cNvSpPr txBox="1"/>
                <p:nvPr/>
              </p:nvSpPr>
              <p:spPr>
                <a:xfrm>
                  <a:off x="9410077" y="-517870"/>
                  <a:ext cx="3824325" cy="4514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lang="en-US" sz="1600" b="1" kern="0">
                      <a:solidFill>
                        <a:prstClr val="black"/>
                      </a:solidFill>
                      <a:latin typeface="Arial" panose="020B0604020202020204"/>
                      <a:cs typeface="Arial" panose="020B0604020202020204" pitchFamily="34" charset="0"/>
                    </a:rPr>
                    <a:t>Database Optimization</a:t>
                  </a:r>
                  <a:endParaRPr kumimoji="0" lang="en-IN" sz="16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/>
                    <a:ea typeface="+mn-ea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92" name="Rectangle 291">
                  <a:extLst>
                    <a:ext uri="{FF2B5EF4-FFF2-40B4-BE49-F238E27FC236}">
                      <a16:creationId xmlns:a16="http://schemas.microsoft.com/office/drawing/2014/main" id="{177D65EE-041B-4BBE-839E-581E73E59493}"/>
                    </a:ext>
                  </a:extLst>
                </p:cNvPr>
                <p:cNvSpPr/>
                <p:nvPr/>
              </p:nvSpPr>
              <p:spPr>
                <a:xfrm>
                  <a:off x="9497702" y="-87876"/>
                  <a:ext cx="3109367" cy="861776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171450" indent="-171450" defTabSz="685800">
                    <a:buFont typeface="Arial" panose="020B0604020202020204" pitchFamily="34" charset="0"/>
                    <a:buChar char="•"/>
                    <a:defRPr/>
                  </a:pPr>
                  <a:r>
                    <a:rPr lang="en-US" sz="1200" kern="0">
                      <a:solidFill>
                        <a:srgbClr val="0070C0"/>
                      </a:solidFill>
                      <a:latin typeface="Arial" panose="020B0604020202020204"/>
                      <a:cs typeface="Arial" panose="020B0604020202020204" pitchFamily="34" charset="0"/>
                    </a:rPr>
                    <a:t>Cost Consumption Optimization</a:t>
                  </a:r>
                </a:p>
                <a:p>
                  <a:pPr marL="171450" marR="0" lvl="0" indent="-171450" defTabSz="6858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Arial" panose="020B0604020202020204" pitchFamily="34" charset="0"/>
                    <a:buChar char="•"/>
                    <a:tabLst/>
                    <a:defRPr/>
                  </a:pPr>
                  <a:r>
                    <a:rPr lang="en-US" sz="1200" kern="0">
                      <a:solidFill>
                        <a:srgbClr val="0070C0"/>
                      </a:solidFill>
                      <a:latin typeface="Arial" panose="020B0604020202020204"/>
                      <a:cs typeface="Arial" panose="020B0604020202020204" pitchFamily="34" charset="0"/>
                    </a:rPr>
                    <a:t>Database Performance</a:t>
                  </a:r>
                </a:p>
              </p:txBody>
            </p:sp>
          </p:grpSp>
        </p:grpSp>
        <p:grpSp>
          <p:nvGrpSpPr>
            <p:cNvPr id="208" name="Group 207">
              <a:extLst>
                <a:ext uri="{FF2B5EF4-FFF2-40B4-BE49-F238E27FC236}">
                  <a16:creationId xmlns:a16="http://schemas.microsoft.com/office/drawing/2014/main" id="{1E114B14-35DA-4665-BEC6-5CBCFA89A807}"/>
                </a:ext>
              </a:extLst>
            </p:cNvPr>
            <p:cNvGrpSpPr/>
            <p:nvPr/>
          </p:nvGrpSpPr>
          <p:grpSpPr>
            <a:xfrm>
              <a:off x="2476710" y="1564056"/>
              <a:ext cx="4269861" cy="4244026"/>
              <a:chOff x="3477007" y="937106"/>
              <a:chExt cx="5237987" cy="5206294"/>
            </a:xfrm>
          </p:grpSpPr>
          <p:grpSp>
            <p:nvGrpSpPr>
              <p:cNvPr id="209" name="Group 208">
                <a:extLst>
                  <a:ext uri="{FF2B5EF4-FFF2-40B4-BE49-F238E27FC236}">
                    <a16:creationId xmlns:a16="http://schemas.microsoft.com/office/drawing/2014/main" id="{AC271A1F-D986-4760-90BA-E786DB648221}"/>
                  </a:ext>
                </a:extLst>
              </p:cNvPr>
              <p:cNvGrpSpPr/>
              <p:nvPr/>
            </p:nvGrpSpPr>
            <p:grpSpPr>
              <a:xfrm>
                <a:off x="3477007" y="937106"/>
                <a:ext cx="5237987" cy="5206294"/>
                <a:chOff x="3556001" y="937106"/>
                <a:chExt cx="5237987" cy="5206294"/>
              </a:xfrm>
            </p:grpSpPr>
            <p:sp>
              <p:nvSpPr>
                <p:cNvPr id="269" name="Rectangle 268">
                  <a:extLst>
                    <a:ext uri="{FF2B5EF4-FFF2-40B4-BE49-F238E27FC236}">
                      <a16:creationId xmlns:a16="http://schemas.microsoft.com/office/drawing/2014/main" id="{6265DAED-69B5-4252-8B51-D23F85C975D2}"/>
                    </a:ext>
                  </a:extLst>
                </p:cNvPr>
                <p:cNvSpPr/>
                <p:nvPr/>
              </p:nvSpPr>
              <p:spPr>
                <a:xfrm>
                  <a:off x="5213801" y="3125536"/>
                  <a:ext cx="2248756" cy="1472485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pPr marL="0" marR="0" lvl="0" indent="0" algn="ctr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2400" b="1" i="0" u="none" strike="noStrike" kern="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 panose="020B0604020202020204"/>
                      <a:ea typeface="+mn-ea"/>
                      <a:cs typeface="Arial" panose="020B0604020202020204" pitchFamily="34" charset="0"/>
                    </a:rPr>
                    <a:t>Managed Services Offers</a:t>
                  </a:r>
                  <a:endParaRPr kumimoji="0" lang="en-IN" sz="2400" b="1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70" name="Group 269">
                  <a:extLst>
                    <a:ext uri="{FF2B5EF4-FFF2-40B4-BE49-F238E27FC236}">
                      <a16:creationId xmlns:a16="http://schemas.microsoft.com/office/drawing/2014/main" id="{E6D863AE-F35D-4668-84F2-6D58EF6EC09C}"/>
                    </a:ext>
                  </a:extLst>
                </p:cNvPr>
                <p:cNvGrpSpPr/>
                <p:nvPr/>
              </p:nvGrpSpPr>
              <p:grpSpPr>
                <a:xfrm>
                  <a:off x="3556001" y="937106"/>
                  <a:ext cx="5237987" cy="5206294"/>
                  <a:chOff x="3556001" y="937106"/>
                  <a:chExt cx="5237987" cy="5206294"/>
                </a:xfrm>
              </p:grpSpPr>
              <p:grpSp>
                <p:nvGrpSpPr>
                  <p:cNvPr id="271" name="Group 270">
                    <a:extLst>
                      <a:ext uri="{FF2B5EF4-FFF2-40B4-BE49-F238E27FC236}">
                        <a16:creationId xmlns:a16="http://schemas.microsoft.com/office/drawing/2014/main" id="{8EA3B87E-4138-4217-8691-9794190B5201}"/>
                      </a:ext>
                    </a:extLst>
                  </p:cNvPr>
                  <p:cNvGrpSpPr/>
                  <p:nvPr/>
                </p:nvGrpSpPr>
                <p:grpSpPr>
                  <a:xfrm>
                    <a:off x="3556001" y="1053092"/>
                    <a:ext cx="5235623" cy="5090308"/>
                    <a:chOff x="3556001" y="1053092"/>
                    <a:chExt cx="5235623" cy="5090308"/>
                  </a:xfrm>
                </p:grpSpPr>
                <p:sp>
                  <p:nvSpPr>
                    <p:cNvPr id="279" name="Freeform: Shape 278">
                      <a:extLst>
                        <a:ext uri="{FF2B5EF4-FFF2-40B4-BE49-F238E27FC236}">
                          <a16:creationId xmlns:a16="http://schemas.microsoft.com/office/drawing/2014/main" id="{998E7371-ED23-47E4-8E8A-1CF269A8FE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046058" y="4368946"/>
                      <a:ext cx="2403188" cy="1774454"/>
                    </a:xfrm>
                    <a:custGeom>
                      <a:avLst/>
                      <a:gdLst>
                        <a:gd name="connsiteX0" fmla="*/ 1200004 w 2403188"/>
                        <a:gd name="connsiteY0" fmla="*/ 0 h 1774454"/>
                        <a:gd name="connsiteX1" fmla="*/ 1616671 w 2403188"/>
                        <a:gd name="connsiteY1" fmla="*/ 624037 h 1774454"/>
                        <a:gd name="connsiteX2" fmla="*/ 2403188 w 2403188"/>
                        <a:gd name="connsiteY2" fmla="*/ 571699 h 1774454"/>
                        <a:gd name="connsiteX3" fmla="*/ 2381394 w 2403188"/>
                        <a:gd name="connsiteY3" fmla="*/ 611716 h 1774454"/>
                        <a:gd name="connsiteX4" fmla="*/ 2083706 w 2403188"/>
                        <a:gd name="connsiteY4" fmla="*/ 1003385 h 1774454"/>
                        <a:gd name="connsiteX5" fmla="*/ 392285 w 2403188"/>
                        <a:gd name="connsiteY5" fmla="*/ 1774454 h 1774454"/>
                        <a:gd name="connsiteX6" fmla="*/ 371988 w 2403188"/>
                        <a:gd name="connsiteY6" fmla="*/ 1774196 h 1774454"/>
                        <a:gd name="connsiteX7" fmla="*/ 0 w 2403188"/>
                        <a:gd name="connsiteY7" fmla="*/ 1131639 h 1774454"/>
                        <a:gd name="connsiteX8" fmla="*/ 387638 w 2403188"/>
                        <a:gd name="connsiteY8" fmla="*/ 442141 h 1774454"/>
                        <a:gd name="connsiteX9" fmla="*/ 561603 w 2403188"/>
                        <a:gd name="connsiteY9" fmla="*/ 420339 h 1774454"/>
                        <a:gd name="connsiteX10" fmla="*/ 1116847 w 2403188"/>
                        <a:gd name="connsiteY10" fmla="*/ 101990 h 1774454"/>
                        <a:gd name="connsiteX11" fmla="*/ 1188919 w 2403188"/>
                        <a:gd name="connsiteY11" fmla="*/ 16302 h 1774454"/>
                        <a:gd name="connsiteX12" fmla="*/ 1200004 w 2403188"/>
                        <a:gd name="connsiteY12" fmla="*/ 0 h 177445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2403188" h="1774454">
                          <a:moveTo>
                            <a:pt x="1200004" y="0"/>
                          </a:moveTo>
                          <a:lnTo>
                            <a:pt x="1616671" y="624037"/>
                          </a:lnTo>
                          <a:lnTo>
                            <a:pt x="2403188" y="571699"/>
                          </a:lnTo>
                          <a:lnTo>
                            <a:pt x="2381394" y="611716"/>
                          </a:lnTo>
                          <a:cubicBezTo>
                            <a:pt x="2297244" y="749423"/>
                            <a:pt x="2198042" y="880746"/>
                            <a:pt x="2083706" y="1003385"/>
                          </a:cubicBezTo>
                          <a:cubicBezTo>
                            <a:pt x="1626361" y="1493945"/>
                            <a:pt x="1013475" y="1752687"/>
                            <a:pt x="392285" y="1774454"/>
                          </a:cubicBezTo>
                          <a:lnTo>
                            <a:pt x="371988" y="1774196"/>
                          </a:lnTo>
                          <a:lnTo>
                            <a:pt x="0" y="1131639"/>
                          </a:lnTo>
                          <a:lnTo>
                            <a:pt x="387638" y="442141"/>
                          </a:lnTo>
                          <a:lnTo>
                            <a:pt x="561603" y="420339"/>
                          </a:lnTo>
                          <a:cubicBezTo>
                            <a:pt x="767927" y="374052"/>
                            <a:pt x="962390" y="267664"/>
                            <a:pt x="1116847" y="101990"/>
                          </a:cubicBezTo>
                          <a:cubicBezTo>
                            <a:pt x="1142589" y="74378"/>
                            <a:pt x="1166612" y="45773"/>
                            <a:pt x="1188919" y="16302"/>
                          </a:cubicBezTo>
                          <a:lnTo>
                            <a:pt x="1200004" y="0"/>
                          </a:lnTo>
                          <a:close/>
                        </a:path>
                      </a:pathLst>
                    </a:custGeom>
                    <a:solidFill>
                      <a:srgbClr val="3E74AB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80" name="Freeform 100">
                      <a:extLst>
                        <a:ext uri="{FF2B5EF4-FFF2-40B4-BE49-F238E27FC236}">
                          <a16:creationId xmlns:a16="http://schemas.microsoft.com/office/drawing/2014/main" id="{B5A871D4-DAD9-4500-983B-7235C88630C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26918" y="2567133"/>
                      <a:ext cx="1464706" cy="2286124"/>
                    </a:xfrm>
                    <a:custGeom>
                      <a:avLst/>
                      <a:gdLst>
                        <a:gd name="connsiteX0" fmla="*/ 1172116 w 1464706"/>
                        <a:gd name="connsiteY0" fmla="*/ 0 h 2286124"/>
                        <a:gd name="connsiteX1" fmla="*/ 1253470 w 1464706"/>
                        <a:gd name="connsiteY1" fmla="*/ 160331 h 2286124"/>
                        <a:gd name="connsiteX2" fmla="*/ 1225053 w 1464706"/>
                        <a:gd name="connsiteY2" fmla="*/ 2205999 h 2286124"/>
                        <a:gd name="connsiteX3" fmla="*/ 1211184 w 1464706"/>
                        <a:gd name="connsiteY3" fmla="*/ 2231468 h 2286124"/>
                        <a:gd name="connsiteX4" fmla="*/ 425213 w 1464706"/>
                        <a:gd name="connsiteY4" fmla="*/ 2286124 h 2286124"/>
                        <a:gd name="connsiteX5" fmla="*/ 8102 w 1464706"/>
                        <a:gd name="connsiteY5" fmla="*/ 1670775 h 2286124"/>
                        <a:gd name="connsiteX6" fmla="*/ 72230 w 1464706"/>
                        <a:gd name="connsiteY6" fmla="*/ 1536642 h 2286124"/>
                        <a:gd name="connsiteX7" fmla="*/ 38262 w 1464706"/>
                        <a:gd name="connsiteY7" fmla="*/ 709255 h 2286124"/>
                        <a:gd name="connsiteX8" fmla="*/ 0 w 1464706"/>
                        <a:gd name="connsiteY8" fmla="*/ 642866 h 2286124"/>
                        <a:gd name="connsiteX9" fmla="*/ 799642 w 1464706"/>
                        <a:gd name="connsiteY9" fmla="*/ 636946 h 2286124"/>
                        <a:gd name="connsiteX10" fmla="*/ 1172116 w 1464706"/>
                        <a:gd name="connsiteY10" fmla="*/ 0 h 22861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464706" h="2286124">
                          <a:moveTo>
                            <a:pt x="1172116" y="0"/>
                          </a:moveTo>
                          <a:lnTo>
                            <a:pt x="1253470" y="160331"/>
                          </a:lnTo>
                          <a:cubicBezTo>
                            <a:pt x="1543105" y="808418"/>
                            <a:pt x="1536082" y="1560189"/>
                            <a:pt x="1225053" y="2205999"/>
                          </a:cubicBezTo>
                          <a:lnTo>
                            <a:pt x="1211184" y="2231468"/>
                          </a:lnTo>
                          <a:lnTo>
                            <a:pt x="425213" y="2286124"/>
                          </a:lnTo>
                          <a:lnTo>
                            <a:pt x="8102" y="1670775"/>
                          </a:lnTo>
                          <a:lnTo>
                            <a:pt x="72230" y="1536642"/>
                          </a:lnTo>
                          <a:cubicBezTo>
                            <a:pt x="168741" y="1268845"/>
                            <a:pt x="156506" y="970819"/>
                            <a:pt x="38262" y="709255"/>
                          </a:cubicBezTo>
                          <a:lnTo>
                            <a:pt x="0" y="642866"/>
                          </a:lnTo>
                          <a:lnTo>
                            <a:pt x="799642" y="636946"/>
                          </a:lnTo>
                          <a:lnTo>
                            <a:pt x="1172116" y="0"/>
                          </a:lnTo>
                          <a:close/>
                        </a:path>
                      </a:pathLst>
                    </a:custGeom>
                    <a:solidFill>
                      <a:srgbClr val="1890AD"/>
                    </a:solidFill>
                    <a:ln w="12700" cap="flat" cmpd="sng" algn="ctr">
                      <a:solidFill>
                        <a:srgbClr val="04A597"/>
                      </a:solidFill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82" name="Freeform 96">
                      <a:extLst>
                        <a:ext uri="{FF2B5EF4-FFF2-40B4-BE49-F238E27FC236}">
                          <a16:creationId xmlns:a16="http://schemas.microsoft.com/office/drawing/2014/main" id="{11F0E6E6-814A-4557-93A2-35C21284EFAD}"/>
                        </a:ext>
                      </a:extLst>
                    </p:cNvPr>
                    <p:cNvSpPr/>
                    <p:nvPr/>
                  </p:nvSpPr>
                  <p:spPr>
                    <a:xfrm rot="2579590">
                      <a:off x="4781190" y="1053092"/>
                      <a:ext cx="1624854" cy="2215221"/>
                    </a:xfrm>
                    <a:custGeom>
                      <a:avLst/>
                      <a:gdLst>
                        <a:gd name="connsiteX0" fmla="*/ 494897 w 1113371"/>
                        <a:gd name="connsiteY0" fmla="*/ 0 h 1502871"/>
                        <a:gd name="connsiteX1" fmla="*/ 970231 w 1113371"/>
                        <a:gd name="connsiteY1" fmla="*/ 131949 h 1502871"/>
                        <a:gd name="connsiteX2" fmla="*/ 1113371 w 1113371"/>
                        <a:gd name="connsiteY2" fmla="*/ 664417 h 1502871"/>
                        <a:gd name="connsiteX3" fmla="*/ 1035292 w 1113371"/>
                        <a:gd name="connsiteY3" fmla="*/ 756993 h 1502871"/>
                        <a:gd name="connsiteX4" fmla="*/ 905760 w 1113371"/>
                        <a:gd name="connsiteY4" fmla="*/ 1171838 h 1502871"/>
                        <a:gd name="connsiteX5" fmla="*/ 909676 w 1113371"/>
                        <a:gd name="connsiteY5" fmla="*/ 1247701 h 1502871"/>
                        <a:gd name="connsiteX6" fmla="*/ 915424 w 1113371"/>
                        <a:gd name="connsiteY6" fmla="*/ 1284544 h 1502871"/>
                        <a:gd name="connsiteX7" fmla="*/ 396814 w 1113371"/>
                        <a:gd name="connsiteY7" fmla="*/ 1144862 h 1502871"/>
                        <a:gd name="connsiteX8" fmla="*/ 33650 w 1113371"/>
                        <a:gd name="connsiteY8" fmla="*/ 1502871 h 1502871"/>
                        <a:gd name="connsiteX9" fmla="*/ 8592 w 1113371"/>
                        <a:gd name="connsiteY9" fmla="*/ 1340309 h 1502871"/>
                        <a:gd name="connsiteX10" fmla="*/ 0 w 1113371"/>
                        <a:gd name="connsiteY10" fmla="*/ 1171838 h 1502871"/>
                        <a:gd name="connsiteX11" fmla="*/ 487436 w 1113371"/>
                        <a:gd name="connsiteY11" fmla="*/ 6713 h 1502871"/>
                        <a:gd name="connsiteX12" fmla="*/ 494897 w 1113371"/>
                        <a:gd name="connsiteY12" fmla="*/ 0 h 150287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113371" h="1502871">
                          <a:moveTo>
                            <a:pt x="494897" y="0"/>
                          </a:moveTo>
                          <a:lnTo>
                            <a:pt x="970231" y="131949"/>
                          </a:lnTo>
                          <a:lnTo>
                            <a:pt x="1113371" y="664417"/>
                          </a:lnTo>
                          <a:lnTo>
                            <a:pt x="1035292" y="756993"/>
                          </a:lnTo>
                          <a:cubicBezTo>
                            <a:pt x="953512" y="875413"/>
                            <a:pt x="905760" y="1018170"/>
                            <a:pt x="905760" y="1171838"/>
                          </a:cubicBezTo>
                          <a:cubicBezTo>
                            <a:pt x="905760" y="1197449"/>
                            <a:pt x="907087" y="1222758"/>
                            <a:pt x="909676" y="1247701"/>
                          </a:cubicBezTo>
                          <a:lnTo>
                            <a:pt x="915424" y="1284544"/>
                          </a:lnTo>
                          <a:lnTo>
                            <a:pt x="396814" y="1144862"/>
                          </a:lnTo>
                          <a:lnTo>
                            <a:pt x="33650" y="1502871"/>
                          </a:lnTo>
                          <a:lnTo>
                            <a:pt x="8592" y="1340309"/>
                          </a:lnTo>
                          <a:cubicBezTo>
                            <a:pt x="2911" y="1284917"/>
                            <a:pt x="0" y="1228714"/>
                            <a:pt x="0" y="1171838"/>
                          </a:cubicBezTo>
                          <a:cubicBezTo>
                            <a:pt x="0" y="716829"/>
                            <a:pt x="186273" y="304895"/>
                            <a:pt x="487436" y="6713"/>
                          </a:cubicBezTo>
                          <a:lnTo>
                            <a:pt x="494897" y="0"/>
                          </a:lnTo>
                          <a:close/>
                        </a:path>
                      </a:pathLst>
                    </a:custGeom>
                    <a:solidFill>
                      <a:srgbClr val="7963A9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83" name="Freeform 98">
                      <a:extLst>
                        <a:ext uri="{FF2B5EF4-FFF2-40B4-BE49-F238E27FC236}">
                          <a16:creationId xmlns:a16="http://schemas.microsoft.com/office/drawing/2014/main" id="{0DB2DE9A-C0CB-49FC-A632-ECAC1157EC75}"/>
                        </a:ext>
                      </a:extLst>
                    </p:cNvPr>
                    <p:cNvSpPr/>
                    <p:nvPr/>
                  </p:nvSpPr>
                  <p:spPr>
                    <a:xfrm rot="2579590">
                      <a:off x="3556001" y="2585944"/>
                      <a:ext cx="1960506" cy="2172239"/>
                    </a:xfrm>
                    <a:custGeom>
                      <a:avLst/>
                      <a:gdLst>
                        <a:gd name="connsiteX0" fmla="*/ 358843 w 1343365"/>
                        <a:gd name="connsiteY0" fmla="*/ 0 h 1473710"/>
                        <a:gd name="connsiteX1" fmla="*/ 881923 w 1343365"/>
                        <a:gd name="connsiteY1" fmla="*/ 137009 h 1473710"/>
                        <a:gd name="connsiteX2" fmla="*/ 904108 w 1343365"/>
                        <a:gd name="connsiteY2" fmla="*/ 206924 h 1473710"/>
                        <a:gd name="connsiteX3" fmla="*/ 1307733 w 1343365"/>
                        <a:gd name="connsiteY3" fmla="*/ 601781 h 1473710"/>
                        <a:gd name="connsiteX4" fmla="*/ 1343365 w 1343365"/>
                        <a:gd name="connsiteY4" fmla="*/ 612602 h 1473710"/>
                        <a:gd name="connsiteX5" fmla="*/ 946079 w 1343365"/>
                        <a:gd name="connsiteY5" fmla="*/ 987206 h 1473710"/>
                        <a:gd name="connsiteX6" fmla="*/ 1058234 w 1343365"/>
                        <a:gd name="connsiteY6" fmla="*/ 1473710 h 1473710"/>
                        <a:gd name="connsiteX7" fmla="*/ 955171 w 1343365"/>
                        <a:gd name="connsiteY7" fmla="*/ 1436362 h 1473710"/>
                        <a:gd name="connsiteX8" fmla="*/ 13565 w 1343365"/>
                        <a:gd name="connsiteY8" fmla="*/ 408100 h 1473710"/>
                        <a:gd name="connsiteX9" fmla="*/ 0 w 1343365"/>
                        <a:gd name="connsiteY9" fmla="*/ 355867 h 1473710"/>
                        <a:gd name="connsiteX10" fmla="*/ 358843 w 1343365"/>
                        <a:gd name="connsiteY10" fmla="*/ 0 h 147371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343365" h="1473710">
                          <a:moveTo>
                            <a:pt x="358843" y="0"/>
                          </a:moveTo>
                          <a:lnTo>
                            <a:pt x="881923" y="137009"/>
                          </a:lnTo>
                          <a:lnTo>
                            <a:pt x="904108" y="206924"/>
                          </a:lnTo>
                          <a:cubicBezTo>
                            <a:pt x="980868" y="384461"/>
                            <a:pt x="1126254" y="526689"/>
                            <a:pt x="1307733" y="601781"/>
                          </a:cubicBezTo>
                          <a:lnTo>
                            <a:pt x="1343365" y="612602"/>
                          </a:lnTo>
                          <a:lnTo>
                            <a:pt x="946079" y="987206"/>
                          </a:lnTo>
                          <a:lnTo>
                            <a:pt x="1058234" y="1473710"/>
                          </a:lnTo>
                          <a:lnTo>
                            <a:pt x="955171" y="1436362"/>
                          </a:lnTo>
                          <a:cubicBezTo>
                            <a:pt x="507188" y="1248757"/>
                            <a:pt x="159440" y="872460"/>
                            <a:pt x="13565" y="408100"/>
                          </a:cubicBezTo>
                          <a:lnTo>
                            <a:pt x="0" y="355867"/>
                          </a:lnTo>
                          <a:lnTo>
                            <a:pt x="358843" y="0"/>
                          </a:lnTo>
                          <a:close/>
                        </a:path>
                      </a:pathLst>
                    </a:custGeom>
                    <a:solidFill>
                      <a:srgbClr val="6B5393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84" name="Freeform 99">
                      <a:extLst>
                        <a:ext uri="{FF2B5EF4-FFF2-40B4-BE49-F238E27FC236}">
                          <a16:creationId xmlns:a16="http://schemas.microsoft.com/office/drawing/2014/main" id="{E836CA20-7F69-424E-873B-14A90338FC8F}"/>
                        </a:ext>
                      </a:extLst>
                    </p:cNvPr>
                    <p:cNvSpPr/>
                    <p:nvPr/>
                  </p:nvSpPr>
                  <p:spPr>
                    <a:xfrm rot="2579590">
                      <a:off x="4325241" y="4391468"/>
                      <a:ext cx="2387093" cy="1577574"/>
                    </a:xfrm>
                    <a:custGeom>
                      <a:avLst/>
                      <a:gdLst>
                        <a:gd name="connsiteX0" fmla="*/ 1022845 w 1635668"/>
                        <a:gd name="connsiteY0" fmla="*/ 0 h 1070272"/>
                        <a:gd name="connsiteX1" fmla="*/ 1147158 w 1635668"/>
                        <a:gd name="connsiteY1" fmla="*/ 522505 h 1070272"/>
                        <a:gd name="connsiteX2" fmla="*/ 1635668 w 1635668"/>
                        <a:gd name="connsiteY2" fmla="*/ 671413 h 1070272"/>
                        <a:gd name="connsiteX3" fmla="*/ 1610556 w 1635668"/>
                        <a:gd name="connsiteY3" fmla="*/ 694009 h 1070272"/>
                        <a:gd name="connsiteX4" fmla="*/ 551963 w 1635668"/>
                        <a:gd name="connsiteY4" fmla="*/ 1070272 h 1070272"/>
                        <a:gd name="connsiteX5" fmla="*/ 216566 w 1635668"/>
                        <a:gd name="connsiteY5" fmla="*/ 1036796 h 1070272"/>
                        <a:gd name="connsiteX6" fmla="*/ 112503 w 1635668"/>
                        <a:gd name="connsiteY6" fmla="*/ 1010304 h 1070272"/>
                        <a:gd name="connsiteX7" fmla="*/ 0 w 1635668"/>
                        <a:gd name="connsiteY7" fmla="*/ 528857 h 1070272"/>
                        <a:gd name="connsiteX8" fmla="*/ 397395 w 1635668"/>
                        <a:gd name="connsiteY8" fmla="*/ 148918 h 1070272"/>
                        <a:gd name="connsiteX9" fmla="*/ 399109 w 1635668"/>
                        <a:gd name="connsiteY9" fmla="*/ 149438 h 1070272"/>
                        <a:gd name="connsiteX10" fmla="*/ 551963 w 1635668"/>
                        <a:gd name="connsiteY10" fmla="*/ 164512 h 1070272"/>
                        <a:gd name="connsiteX11" fmla="*/ 976021 w 1635668"/>
                        <a:gd name="connsiteY11" fmla="*/ 37794 h 1070272"/>
                        <a:gd name="connsiteX12" fmla="*/ 1022845 w 1635668"/>
                        <a:gd name="connsiteY12" fmla="*/ 0 h 1070272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  <a:cxn ang="0">
                          <a:pos x="connsiteX12" y="connsiteY12"/>
                        </a:cxn>
                      </a:cxnLst>
                      <a:rect l="l" t="t" r="r" b="b"/>
                      <a:pathLst>
                        <a:path w="1635668" h="1070272">
                          <a:moveTo>
                            <a:pt x="1022845" y="0"/>
                          </a:moveTo>
                          <a:lnTo>
                            <a:pt x="1147158" y="522505"/>
                          </a:lnTo>
                          <a:lnTo>
                            <a:pt x="1635668" y="671413"/>
                          </a:lnTo>
                          <a:lnTo>
                            <a:pt x="1610556" y="694009"/>
                          </a:lnTo>
                          <a:cubicBezTo>
                            <a:pt x="1322883" y="929069"/>
                            <a:pt x="954078" y="1070272"/>
                            <a:pt x="551963" y="1070272"/>
                          </a:cubicBezTo>
                          <a:cubicBezTo>
                            <a:pt x="437073" y="1070272"/>
                            <a:pt x="324903" y="1058745"/>
                            <a:pt x="216566" y="1036796"/>
                          </a:cubicBezTo>
                          <a:lnTo>
                            <a:pt x="112503" y="1010304"/>
                          </a:lnTo>
                          <a:lnTo>
                            <a:pt x="0" y="528857"/>
                          </a:lnTo>
                          <a:lnTo>
                            <a:pt x="397395" y="148918"/>
                          </a:lnTo>
                          <a:lnTo>
                            <a:pt x="399109" y="149438"/>
                          </a:lnTo>
                          <a:cubicBezTo>
                            <a:pt x="448482" y="159322"/>
                            <a:pt x="499603" y="164512"/>
                            <a:pt x="551963" y="164512"/>
                          </a:cubicBezTo>
                          <a:cubicBezTo>
                            <a:pt x="709044" y="164512"/>
                            <a:pt x="854971" y="117797"/>
                            <a:pt x="976021" y="37794"/>
                          </a:cubicBezTo>
                          <a:lnTo>
                            <a:pt x="1022845" y="0"/>
                          </a:lnTo>
                          <a:close/>
                        </a:path>
                      </a:pathLst>
                    </a:custGeom>
                    <a:solidFill>
                      <a:srgbClr val="565393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72" name="Group 271">
                    <a:extLst>
                      <a:ext uri="{FF2B5EF4-FFF2-40B4-BE49-F238E27FC236}">
                        <a16:creationId xmlns:a16="http://schemas.microsoft.com/office/drawing/2014/main" id="{44D023F4-0E91-4399-8A74-17324849799D}"/>
                      </a:ext>
                    </a:extLst>
                  </p:cNvPr>
                  <p:cNvGrpSpPr/>
                  <p:nvPr/>
                </p:nvGrpSpPr>
                <p:grpSpPr>
                  <a:xfrm>
                    <a:off x="3572323" y="937106"/>
                    <a:ext cx="5221665" cy="5206294"/>
                    <a:chOff x="3572323" y="937106"/>
                    <a:chExt cx="5221665" cy="5206294"/>
                  </a:xfrm>
                </p:grpSpPr>
                <p:sp>
                  <p:nvSpPr>
                    <p:cNvPr id="273" name="Freeform: Shape 272">
                      <a:extLst>
                        <a:ext uri="{FF2B5EF4-FFF2-40B4-BE49-F238E27FC236}">
                          <a16:creationId xmlns:a16="http://schemas.microsoft.com/office/drawing/2014/main" id="{7CAAD7E3-76C4-4CE5-93C2-FAC3534B56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8353" y="1291165"/>
                      <a:ext cx="1960133" cy="1629301"/>
                    </a:xfrm>
                    <a:custGeom>
                      <a:avLst/>
                      <a:gdLst>
                        <a:gd name="connsiteX0" fmla="*/ 0 w 1960133"/>
                        <a:gd name="connsiteY0" fmla="*/ 0 h 1629301"/>
                        <a:gd name="connsiteX1" fmla="*/ 52936 w 1960133"/>
                        <a:gd name="connsiteY1" fmla="*/ 672 h 1629301"/>
                        <a:gd name="connsiteX2" fmla="*/ 1561132 w 1960133"/>
                        <a:gd name="connsiteY2" fmla="*/ 648502 h 1629301"/>
                        <a:gd name="connsiteX3" fmla="*/ 1885505 w 1960133"/>
                        <a:gd name="connsiteY3" fmla="*/ 1018375 h 1629301"/>
                        <a:gd name="connsiteX4" fmla="*/ 1960133 w 1960133"/>
                        <a:gd name="connsiteY4" fmla="*/ 1135129 h 1629301"/>
                        <a:gd name="connsiteX5" fmla="*/ 1673111 w 1960133"/>
                        <a:gd name="connsiteY5" fmla="*/ 1629301 h 1629301"/>
                        <a:gd name="connsiteX6" fmla="*/ 1610318 w 1960133"/>
                        <a:gd name="connsiteY6" fmla="*/ 1498893 h 1629301"/>
                        <a:gd name="connsiteX7" fmla="*/ 478645 w 1960133"/>
                        <a:gd name="connsiteY7" fmla="*/ 568188 h 1629301"/>
                        <a:gd name="connsiteX8" fmla="*/ 318872 w 1960133"/>
                        <a:gd name="connsiteY8" fmla="*/ 527087 h 1629301"/>
                        <a:gd name="connsiteX9" fmla="*/ 0 w 1960133"/>
                        <a:gd name="connsiteY9" fmla="*/ 0 h 162930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960133" h="1629301">
                          <a:moveTo>
                            <a:pt x="0" y="0"/>
                          </a:moveTo>
                          <a:lnTo>
                            <a:pt x="52936" y="672"/>
                          </a:lnTo>
                          <a:cubicBezTo>
                            <a:pt x="596281" y="33536"/>
                            <a:pt x="1131892" y="248327"/>
                            <a:pt x="1561132" y="648502"/>
                          </a:cubicBezTo>
                          <a:cubicBezTo>
                            <a:pt x="1683772" y="762838"/>
                            <a:pt x="1791923" y="886897"/>
                            <a:pt x="1885505" y="1018375"/>
                          </a:cubicBezTo>
                          <a:lnTo>
                            <a:pt x="1960133" y="1135129"/>
                          </a:lnTo>
                          <a:lnTo>
                            <a:pt x="1673111" y="1629301"/>
                          </a:lnTo>
                          <a:lnTo>
                            <a:pt x="1610318" y="1498893"/>
                          </a:lnTo>
                          <a:cubicBezTo>
                            <a:pt x="1370821" y="1057825"/>
                            <a:pt x="965791" y="719773"/>
                            <a:pt x="478645" y="568188"/>
                          </a:cubicBezTo>
                          <a:lnTo>
                            <a:pt x="318872" y="527087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>
                        <a:alpha val="18000"/>
                      </a:sys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74" name="Freeform: Shape 273">
                      <a:extLst>
                        <a:ext uri="{FF2B5EF4-FFF2-40B4-BE49-F238E27FC236}">
                          <a16:creationId xmlns:a16="http://schemas.microsoft.com/office/drawing/2014/main" id="{EEA3A0E7-7DEA-40D4-A241-E56D991564CC}"/>
                        </a:ext>
                      </a:extLst>
                    </p:cNvPr>
                    <p:cNvSpPr/>
                    <p:nvPr/>
                  </p:nvSpPr>
                  <p:spPr>
                    <a:xfrm rot="2579590">
                      <a:off x="4826871" y="937106"/>
                      <a:ext cx="1284674" cy="2215221"/>
                    </a:xfrm>
                    <a:custGeom>
                      <a:avLst/>
                      <a:gdLst>
                        <a:gd name="connsiteX0" fmla="*/ 711364 w 1284674"/>
                        <a:gd name="connsiteY0" fmla="*/ 9895 h 2215221"/>
                        <a:gd name="connsiteX1" fmla="*/ 722253 w 1284674"/>
                        <a:gd name="connsiteY1" fmla="*/ 0 h 2215221"/>
                        <a:gd name="connsiteX2" fmla="*/ 1284674 w 1284674"/>
                        <a:gd name="connsiteY2" fmla="*/ 157685 h 2215221"/>
                        <a:gd name="connsiteX3" fmla="*/ 1251871 w 1284674"/>
                        <a:gd name="connsiteY3" fmla="*/ 180072 h 2215221"/>
                        <a:gd name="connsiteX4" fmla="*/ 1099589 w 1284674"/>
                        <a:gd name="connsiteY4" fmla="*/ 308309 h 2215221"/>
                        <a:gd name="connsiteX5" fmla="*/ 482374 w 1284674"/>
                        <a:gd name="connsiteY5" fmla="*/ 1662793 h 2215221"/>
                        <a:gd name="connsiteX6" fmla="*/ 483916 w 1284674"/>
                        <a:gd name="connsiteY6" fmla="*/ 1782299 h 2215221"/>
                        <a:gd name="connsiteX7" fmla="*/ 49109 w 1284674"/>
                        <a:gd name="connsiteY7" fmla="*/ 2215221 h 2215221"/>
                        <a:gd name="connsiteX8" fmla="*/ 12539 w 1284674"/>
                        <a:gd name="connsiteY8" fmla="*/ 1975605 h 2215221"/>
                        <a:gd name="connsiteX9" fmla="*/ 0 w 1284674"/>
                        <a:gd name="connsiteY9" fmla="*/ 1727280 h 2215221"/>
                        <a:gd name="connsiteX10" fmla="*/ 711364 w 1284674"/>
                        <a:gd name="connsiteY10" fmla="*/ 9895 h 22152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1284674" h="2215221">
                          <a:moveTo>
                            <a:pt x="711364" y="9895"/>
                          </a:moveTo>
                          <a:lnTo>
                            <a:pt x="722253" y="0"/>
                          </a:lnTo>
                          <a:lnTo>
                            <a:pt x="1284674" y="157685"/>
                          </a:lnTo>
                          <a:lnTo>
                            <a:pt x="1251871" y="180072"/>
                          </a:lnTo>
                          <a:cubicBezTo>
                            <a:pt x="1199525" y="219792"/>
                            <a:pt x="1148688" y="262535"/>
                            <a:pt x="1099589" y="308309"/>
                          </a:cubicBezTo>
                          <a:cubicBezTo>
                            <a:pt x="706804" y="674500"/>
                            <a:pt x="499697" y="1165300"/>
                            <a:pt x="482374" y="1662793"/>
                          </a:cubicBezTo>
                          <a:lnTo>
                            <a:pt x="483916" y="1782299"/>
                          </a:lnTo>
                          <a:lnTo>
                            <a:pt x="49109" y="2215221"/>
                          </a:lnTo>
                          <a:lnTo>
                            <a:pt x="12539" y="1975605"/>
                          </a:lnTo>
                          <a:cubicBezTo>
                            <a:pt x="4249" y="1893958"/>
                            <a:pt x="0" y="1811115"/>
                            <a:pt x="0" y="1727280"/>
                          </a:cubicBezTo>
                          <a:cubicBezTo>
                            <a:pt x="0" y="1056600"/>
                            <a:pt x="271847" y="449413"/>
                            <a:pt x="711364" y="9895"/>
                          </a:cubicBezTo>
                          <a:close/>
                        </a:path>
                      </a:pathLst>
                    </a:custGeom>
                    <a:solidFill>
                      <a:srgbClr val="63518B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75" name="Freeform: Shape 274">
                      <a:extLst>
                        <a:ext uri="{FF2B5EF4-FFF2-40B4-BE49-F238E27FC236}">
                          <a16:creationId xmlns:a16="http://schemas.microsoft.com/office/drawing/2014/main" id="{703DECC2-BDFD-4BCA-A050-D7BCD836EBEE}"/>
                        </a:ext>
                      </a:extLst>
                    </p:cNvPr>
                    <p:cNvSpPr/>
                    <p:nvPr/>
                  </p:nvSpPr>
                  <p:spPr>
                    <a:xfrm rot="2579590">
                      <a:off x="3572323" y="2544504"/>
                      <a:ext cx="1544387" cy="2056221"/>
                    </a:xfrm>
                    <a:custGeom>
                      <a:avLst/>
                      <a:gdLst>
                        <a:gd name="connsiteX0" fmla="*/ 407867 w 1544387"/>
                        <a:gd name="connsiteY0" fmla="*/ 0 h 2056221"/>
                        <a:gd name="connsiteX1" fmla="*/ 415636 w 1544387"/>
                        <a:gd name="connsiteY1" fmla="*/ 71326 h 2056221"/>
                        <a:gd name="connsiteX2" fmla="*/ 914470 w 1544387"/>
                        <a:gd name="connsiteY2" fmla="*/ 1093429 h 2056221"/>
                        <a:gd name="connsiteX3" fmla="*/ 1372930 w 1544387"/>
                        <a:gd name="connsiteY3" fmla="*/ 1456975 h 2056221"/>
                        <a:gd name="connsiteX4" fmla="*/ 1412154 w 1544387"/>
                        <a:gd name="connsiteY4" fmla="*/ 1476884 h 2056221"/>
                        <a:gd name="connsiteX5" fmla="*/ 1544387 w 1544387"/>
                        <a:gd name="connsiteY5" fmla="*/ 2056221 h 2056221"/>
                        <a:gd name="connsiteX6" fmla="*/ 1393977 w 1544387"/>
                        <a:gd name="connsiteY6" fmla="*/ 2001171 h 2056221"/>
                        <a:gd name="connsiteX7" fmla="*/ 19797 w 1544387"/>
                        <a:gd name="connsiteY7" fmla="*/ 485520 h 2056221"/>
                        <a:gd name="connsiteX8" fmla="*/ 0 w 1544387"/>
                        <a:gd name="connsiteY8" fmla="*/ 408528 h 2056221"/>
                        <a:gd name="connsiteX9" fmla="*/ 407867 w 1544387"/>
                        <a:gd name="connsiteY9" fmla="*/ 0 h 2056221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544387" h="2056221">
                          <a:moveTo>
                            <a:pt x="407867" y="0"/>
                          </a:moveTo>
                          <a:lnTo>
                            <a:pt x="415636" y="71326"/>
                          </a:lnTo>
                          <a:cubicBezTo>
                            <a:pt x="474006" y="441427"/>
                            <a:pt x="639706" y="798710"/>
                            <a:pt x="914470" y="1093429"/>
                          </a:cubicBezTo>
                          <a:cubicBezTo>
                            <a:pt x="1051851" y="1240788"/>
                            <a:pt x="1206744" y="1362043"/>
                            <a:pt x="1372930" y="1456975"/>
                          </a:cubicBezTo>
                          <a:lnTo>
                            <a:pt x="1412154" y="1476884"/>
                          </a:lnTo>
                          <a:lnTo>
                            <a:pt x="1544387" y="2056221"/>
                          </a:lnTo>
                          <a:lnTo>
                            <a:pt x="1393977" y="2001171"/>
                          </a:lnTo>
                          <a:cubicBezTo>
                            <a:pt x="740191" y="1724642"/>
                            <a:pt x="232687" y="1169983"/>
                            <a:pt x="19797" y="485520"/>
                          </a:cubicBezTo>
                          <a:lnTo>
                            <a:pt x="0" y="408528"/>
                          </a:lnTo>
                          <a:lnTo>
                            <a:pt x="407867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>
                        <a:alpha val="18000"/>
                      </a:sys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76" name="Freeform: Shape 275">
                      <a:extLst>
                        <a:ext uri="{FF2B5EF4-FFF2-40B4-BE49-F238E27FC236}">
                          <a16:creationId xmlns:a16="http://schemas.microsoft.com/office/drawing/2014/main" id="{0782CE49-06A8-42BF-8F77-A3F0E2029EE6}"/>
                        </a:ext>
                      </a:extLst>
                    </p:cNvPr>
                    <p:cNvSpPr/>
                    <p:nvPr/>
                  </p:nvSpPr>
                  <p:spPr>
                    <a:xfrm rot="2579590">
                      <a:off x="4079782" y="5108783"/>
                      <a:ext cx="2350045" cy="763587"/>
                    </a:xfrm>
                    <a:custGeom>
                      <a:avLst/>
                      <a:gdLst>
                        <a:gd name="connsiteX0" fmla="*/ 0 w 2350045"/>
                        <a:gd name="connsiteY0" fmla="*/ 125676 h 763587"/>
                        <a:gd name="connsiteX1" fmla="*/ 147651 w 2350045"/>
                        <a:gd name="connsiteY1" fmla="*/ 183229 h 763587"/>
                        <a:gd name="connsiteX2" fmla="*/ 1779061 w 2350045"/>
                        <a:gd name="connsiteY2" fmla="*/ 259 h 763587"/>
                        <a:gd name="connsiteX3" fmla="*/ 1779440 w 2350045"/>
                        <a:gd name="connsiteY3" fmla="*/ 0 h 763587"/>
                        <a:gd name="connsiteX4" fmla="*/ 2350045 w 2350045"/>
                        <a:gd name="connsiteY4" fmla="*/ 175671 h 763587"/>
                        <a:gd name="connsiteX5" fmla="*/ 2313397 w 2350045"/>
                        <a:gd name="connsiteY5" fmla="*/ 208978 h 763587"/>
                        <a:gd name="connsiteX6" fmla="*/ 768487 w 2350045"/>
                        <a:gd name="connsiteY6" fmla="*/ 763587 h 763587"/>
                        <a:gd name="connsiteX7" fmla="*/ 279009 w 2350045"/>
                        <a:gd name="connsiteY7" fmla="*/ 714244 h 763587"/>
                        <a:gd name="connsiteX8" fmla="*/ 127138 w 2350045"/>
                        <a:gd name="connsiteY8" fmla="*/ 675194 h 763587"/>
                        <a:gd name="connsiteX9" fmla="*/ 0 w 2350045"/>
                        <a:gd name="connsiteY9" fmla="*/ 125676 h 763587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350045" h="763587">
                          <a:moveTo>
                            <a:pt x="0" y="125676"/>
                          </a:moveTo>
                          <a:lnTo>
                            <a:pt x="147651" y="183229"/>
                          </a:lnTo>
                          <a:cubicBezTo>
                            <a:pt x="683090" y="362438"/>
                            <a:pt x="1282858" y="303421"/>
                            <a:pt x="1779061" y="259"/>
                          </a:cubicBezTo>
                          <a:lnTo>
                            <a:pt x="1779440" y="0"/>
                          </a:lnTo>
                          <a:lnTo>
                            <a:pt x="2350045" y="175671"/>
                          </a:lnTo>
                          <a:lnTo>
                            <a:pt x="2313397" y="208978"/>
                          </a:lnTo>
                          <a:cubicBezTo>
                            <a:pt x="1893567" y="555455"/>
                            <a:pt x="1355333" y="763587"/>
                            <a:pt x="768487" y="763587"/>
                          </a:cubicBezTo>
                          <a:cubicBezTo>
                            <a:pt x="600817" y="763587"/>
                            <a:pt x="437116" y="746597"/>
                            <a:pt x="279009" y="714244"/>
                          </a:cubicBezTo>
                          <a:lnTo>
                            <a:pt x="127138" y="675194"/>
                          </a:lnTo>
                          <a:lnTo>
                            <a:pt x="0" y="125676"/>
                          </a:lnTo>
                          <a:close/>
                        </a:path>
                      </a:pathLst>
                    </a:custGeom>
                    <a:solidFill>
                      <a:sysClr val="windowText" lastClr="000000">
                        <a:alpha val="18000"/>
                      </a:sys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77" name="Freeform 127">
                      <a:extLst>
                        <a:ext uri="{FF2B5EF4-FFF2-40B4-BE49-F238E27FC236}">
                          <a16:creationId xmlns:a16="http://schemas.microsoft.com/office/drawing/2014/main" id="{D9423249-424A-4121-869F-10D28550061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950061" y="2556754"/>
                      <a:ext cx="843927" cy="2295249"/>
                    </a:xfrm>
                    <a:custGeom>
                      <a:avLst/>
                      <a:gdLst>
                        <a:gd name="connsiteX0" fmla="*/ 551337 w 843927"/>
                        <a:gd name="connsiteY0" fmla="*/ 0 h 2272524"/>
                        <a:gd name="connsiteX1" fmla="*/ 632691 w 843927"/>
                        <a:gd name="connsiteY1" fmla="*/ 160331 h 2272524"/>
                        <a:gd name="connsiteX2" fmla="*/ 604274 w 843927"/>
                        <a:gd name="connsiteY2" fmla="*/ 2205999 h 2272524"/>
                        <a:gd name="connsiteX3" fmla="*/ 590405 w 843927"/>
                        <a:gd name="connsiteY3" fmla="*/ 2231468 h 2272524"/>
                        <a:gd name="connsiteX4" fmla="*/ 0 w 843927"/>
                        <a:gd name="connsiteY4" fmla="*/ 2272524 h 2272524"/>
                        <a:gd name="connsiteX5" fmla="*/ 23139 w 843927"/>
                        <a:gd name="connsiteY5" fmla="*/ 2241568 h 2272524"/>
                        <a:gd name="connsiteX6" fmla="*/ 355257 w 843927"/>
                        <a:gd name="connsiteY6" fmla="*/ 1153806 h 2272524"/>
                        <a:gd name="connsiteX7" fmla="*/ 267829 w 843927"/>
                        <a:gd name="connsiteY7" fmla="*/ 575266 h 2272524"/>
                        <a:gd name="connsiteX8" fmla="*/ 247472 w 843927"/>
                        <a:gd name="connsiteY8" fmla="*/ 519622 h 2272524"/>
                        <a:gd name="connsiteX9" fmla="*/ 551337 w 843927"/>
                        <a:gd name="connsiteY9" fmla="*/ 0 h 2272524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843927" h="2272524">
                          <a:moveTo>
                            <a:pt x="551337" y="0"/>
                          </a:moveTo>
                          <a:lnTo>
                            <a:pt x="632691" y="160331"/>
                          </a:lnTo>
                          <a:cubicBezTo>
                            <a:pt x="922326" y="808418"/>
                            <a:pt x="915303" y="1560190"/>
                            <a:pt x="604274" y="2205999"/>
                          </a:cubicBezTo>
                          <a:lnTo>
                            <a:pt x="590405" y="2231468"/>
                          </a:lnTo>
                          <a:lnTo>
                            <a:pt x="0" y="2272524"/>
                          </a:lnTo>
                          <a:lnTo>
                            <a:pt x="23139" y="2241568"/>
                          </a:lnTo>
                          <a:cubicBezTo>
                            <a:pt x="232821" y="1931060"/>
                            <a:pt x="355257" y="1556738"/>
                            <a:pt x="355257" y="1153806"/>
                          </a:cubicBezTo>
                          <a:cubicBezTo>
                            <a:pt x="355257" y="952340"/>
                            <a:pt x="324648" y="758026"/>
                            <a:pt x="267829" y="575266"/>
                          </a:cubicBezTo>
                          <a:lnTo>
                            <a:pt x="247472" y="519622"/>
                          </a:lnTo>
                          <a:lnTo>
                            <a:pt x="551337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>
                        <a:alpha val="18000"/>
                      </a:sys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78" name="Freeform: Shape 277">
                      <a:extLst>
                        <a:ext uri="{FF2B5EF4-FFF2-40B4-BE49-F238E27FC236}">
                          <a16:creationId xmlns:a16="http://schemas.microsoft.com/office/drawing/2014/main" id="{099DCA35-2445-4652-B56E-AEE6FD6FB52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132715" y="4940645"/>
                      <a:ext cx="2316532" cy="1202755"/>
                    </a:xfrm>
                    <a:custGeom>
                      <a:avLst/>
                      <a:gdLst>
                        <a:gd name="connsiteX0" fmla="*/ 2316532 w 2316532"/>
                        <a:gd name="connsiteY0" fmla="*/ 0 h 1202755"/>
                        <a:gd name="connsiteX1" fmla="*/ 2294739 w 2316532"/>
                        <a:gd name="connsiteY1" fmla="*/ 40017 h 1202755"/>
                        <a:gd name="connsiteX2" fmla="*/ 1997050 w 2316532"/>
                        <a:gd name="connsiteY2" fmla="*/ 431686 h 1202755"/>
                        <a:gd name="connsiteX3" fmla="*/ 305630 w 2316532"/>
                        <a:gd name="connsiteY3" fmla="*/ 1202755 h 1202755"/>
                        <a:gd name="connsiteX4" fmla="*/ 285333 w 2316532"/>
                        <a:gd name="connsiteY4" fmla="*/ 1202497 h 1202755"/>
                        <a:gd name="connsiteX5" fmla="*/ 0 w 2316532"/>
                        <a:gd name="connsiteY5" fmla="*/ 709623 h 1202755"/>
                        <a:gd name="connsiteX6" fmla="*/ 17165 w 2316532"/>
                        <a:gd name="connsiteY6" fmla="*/ 712246 h 1202755"/>
                        <a:gd name="connsiteX7" fmla="*/ 215996 w 2316532"/>
                        <a:gd name="connsiteY7" fmla="*/ 722291 h 1202755"/>
                        <a:gd name="connsiteX8" fmla="*/ 1591086 w 2316532"/>
                        <a:gd name="connsiteY8" fmla="*/ 152459 h 1202755"/>
                        <a:gd name="connsiteX9" fmla="*/ 1691823 w 2316532"/>
                        <a:gd name="connsiteY9" fmla="*/ 41570 h 1202755"/>
                        <a:gd name="connsiteX10" fmla="*/ 2316532 w 2316532"/>
                        <a:gd name="connsiteY10" fmla="*/ 0 h 1202755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</a:cxnLst>
                      <a:rect l="l" t="t" r="r" b="b"/>
                      <a:pathLst>
                        <a:path w="2316532" h="1202755">
                          <a:moveTo>
                            <a:pt x="2316532" y="0"/>
                          </a:moveTo>
                          <a:lnTo>
                            <a:pt x="2294739" y="40017"/>
                          </a:lnTo>
                          <a:cubicBezTo>
                            <a:pt x="2210589" y="177724"/>
                            <a:pt x="2111387" y="309047"/>
                            <a:pt x="1997050" y="431686"/>
                          </a:cubicBezTo>
                          <a:cubicBezTo>
                            <a:pt x="1539706" y="922246"/>
                            <a:pt x="926819" y="1180988"/>
                            <a:pt x="305630" y="1202755"/>
                          </a:cubicBezTo>
                          <a:lnTo>
                            <a:pt x="285333" y="1202497"/>
                          </a:lnTo>
                          <a:lnTo>
                            <a:pt x="0" y="709623"/>
                          </a:lnTo>
                          <a:lnTo>
                            <a:pt x="17165" y="712246"/>
                          </a:lnTo>
                          <a:cubicBezTo>
                            <a:pt x="82539" y="718888"/>
                            <a:pt x="148870" y="722290"/>
                            <a:pt x="215996" y="722291"/>
                          </a:cubicBezTo>
                          <a:cubicBezTo>
                            <a:pt x="753002" y="722290"/>
                            <a:pt x="1239170" y="504530"/>
                            <a:pt x="1591086" y="152459"/>
                          </a:cubicBezTo>
                          <a:lnTo>
                            <a:pt x="1691823" y="41570"/>
                          </a:lnTo>
                          <a:lnTo>
                            <a:pt x="2316532" y="0"/>
                          </a:lnTo>
                          <a:close/>
                        </a:path>
                      </a:pathLst>
                    </a:custGeom>
                    <a:solidFill>
                      <a:sysClr val="windowText" lastClr="000000">
                        <a:alpha val="18000"/>
                      </a:sysClr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</p:grpSp>
          <p:grpSp>
            <p:nvGrpSpPr>
              <p:cNvPr id="210" name="Group 209">
                <a:extLst>
                  <a:ext uri="{FF2B5EF4-FFF2-40B4-BE49-F238E27FC236}">
                    <a16:creationId xmlns:a16="http://schemas.microsoft.com/office/drawing/2014/main" id="{8B00CC1D-C96E-4E99-89FD-B48F271234C0}"/>
                  </a:ext>
                </a:extLst>
              </p:cNvPr>
              <p:cNvGrpSpPr/>
              <p:nvPr/>
            </p:nvGrpSpPr>
            <p:grpSpPr>
              <a:xfrm>
                <a:off x="4301882" y="1835903"/>
                <a:ext cx="4122378" cy="3758275"/>
                <a:chOff x="4301882" y="1835903"/>
                <a:chExt cx="4122378" cy="3758275"/>
              </a:xfrm>
            </p:grpSpPr>
            <p:grpSp>
              <p:nvGrpSpPr>
                <p:cNvPr id="211" name="Group 210">
                  <a:extLst>
                    <a:ext uri="{FF2B5EF4-FFF2-40B4-BE49-F238E27FC236}">
                      <a16:creationId xmlns:a16="http://schemas.microsoft.com/office/drawing/2014/main" id="{7CBA1766-C38F-4828-AC27-726DC923E902}"/>
                    </a:ext>
                  </a:extLst>
                </p:cNvPr>
                <p:cNvGrpSpPr/>
                <p:nvPr/>
              </p:nvGrpSpPr>
              <p:grpSpPr>
                <a:xfrm>
                  <a:off x="7464167" y="2361612"/>
                  <a:ext cx="248315" cy="237094"/>
                  <a:chOff x="7287581" y="2458109"/>
                  <a:chExt cx="285842" cy="272925"/>
                </a:xfrm>
              </p:grpSpPr>
              <p:sp>
                <p:nvSpPr>
                  <p:cNvPr id="264" name="Freeform 74">
                    <a:extLst>
                      <a:ext uri="{FF2B5EF4-FFF2-40B4-BE49-F238E27FC236}">
                        <a16:creationId xmlns:a16="http://schemas.microsoft.com/office/drawing/2014/main" id="{58220604-2668-46A4-9E64-3537716439C6}"/>
                      </a:ext>
                    </a:extLst>
                  </p:cNvPr>
                  <p:cNvSpPr/>
                  <p:nvPr/>
                </p:nvSpPr>
                <p:spPr>
                  <a:xfrm>
                    <a:off x="7287581" y="2642198"/>
                    <a:ext cx="36470" cy="88836"/>
                  </a:xfrm>
                  <a:custGeom>
                    <a:avLst/>
                    <a:gdLst>
                      <a:gd name="connsiteX0" fmla="*/ 83978 w 426607"/>
                      <a:gd name="connsiteY0" fmla="*/ 0 h 1039139"/>
                      <a:gd name="connsiteX1" fmla="*/ 342629 w 426607"/>
                      <a:gd name="connsiteY1" fmla="*/ 0 h 1039139"/>
                      <a:gd name="connsiteX2" fmla="*/ 342629 w 426607"/>
                      <a:gd name="connsiteY2" fmla="*/ 91738 h 1039139"/>
                      <a:gd name="connsiteX3" fmla="*/ 279416 w 426607"/>
                      <a:gd name="connsiteY3" fmla="*/ 91738 h 1039139"/>
                      <a:gd name="connsiteX4" fmla="*/ 426607 w 426607"/>
                      <a:gd name="connsiteY4" fmla="*/ 1039139 h 1039139"/>
                      <a:gd name="connsiteX5" fmla="*/ 0 w 426607"/>
                      <a:gd name="connsiteY5" fmla="*/ 1039139 h 1039139"/>
                      <a:gd name="connsiteX6" fmla="*/ 159393 w 426607"/>
                      <a:gd name="connsiteY6" fmla="*/ 91738 h 1039139"/>
                      <a:gd name="connsiteX7" fmla="*/ 83978 w 426607"/>
                      <a:gd name="connsiteY7" fmla="*/ 91738 h 10391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26607" h="1039139">
                        <a:moveTo>
                          <a:pt x="83978" y="0"/>
                        </a:moveTo>
                        <a:lnTo>
                          <a:pt x="342629" y="0"/>
                        </a:lnTo>
                        <a:lnTo>
                          <a:pt x="342629" y="91738"/>
                        </a:lnTo>
                        <a:lnTo>
                          <a:pt x="279416" y="91738"/>
                        </a:lnTo>
                        <a:lnTo>
                          <a:pt x="426607" y="1039139"/>
                        </a:lnTo>
                        <a:lnTo>
                          <a:pt x="0" y="1039139"/>
                        </a:lnTo>
                        <a:lnTo>
                          <a:pt x="159393" y="91738"/>
                        </a:lnTo>
                        <a:lnTo>
                          <a:pt x="83978" y="91738"/>
                        </a:ln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61" name="Freeform 78">
                    <a:extLst>
                      <a:ext uri="{FF2B5EF4-FFF2-40B4-BE49-F238E27FC236}">
                        <a16:creationId xmlns:a16="http://schemas.microsoft.com/office/drawing/2014/main" id="{E05818F5-3851-4B5E-B0DD-5125CDD2D010}"/>
                      </a:ext>
                    </a:extLst>
                  </p:cNvPr>
                  <p:cNvSpPr/>
                  <p:nvPr/>
                </p:nvSpPr>
                <p:spPr>
                  <a:xfrm>
                    <a:off x="7536953" y="2458109"/>
                    <a:ext cx="36470" cy="88836"/>
                  </a:xfrm>
                  <a:custGeom>
                    <a:avLst/>
                    <a:gdLst>
                      <a:gd name="connsiteX0" fmla="*/ 83978 w 426607"/>
                      <a:gd name="connsiteY0" fmla="*/ 0 h 1039139"/>
                      <a:gd name="connsiteX1" fmla="*/ 342629 w 426607"/>
                      <a:gd name="connsiteY1" fmla="*/ 0 h 1039139"/>
                      <a:gd name="connsiteX2" fmla="*/ 342629 w 426607"/>
                      <a:gd name="connsiteY2" fmla="*/ 91738 h 1039139"/>
                      <a:gd name="connsiteX3" fmla="*/ 279416 w 426607"/>
                      <a:gd name="connsiteY3" fmla="*/ 91738 h 1039139"/>
                      <a:gd name="connsiteX4" fmla="*/ 426607 w 426607"/>
                      <a:gd name="connsiteY4" fmla="*/ 1039139 h 1039139"/>
                      <a:gd name="connsiteX5" fmla="*/ 0 w 426607"/>
                      <a:gd name="connsiteY5" fmla="*/ 1039139 h 1039139"/>
                      <a:gd name="connsiteX6" fmla="*/ 159393 w 426607"/>
                      <a:gd name="connsiteY6" fmla="*/ 91738 h 1039139"/>
                      <a:gd name="connsiteX7" fmla="*/ 83978 w 426607"/>
                      <a:gd name="connsiteY7" fmla="*/ 91738 h 103913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426607" h="1039139">
                        <a:moveTo>
                          <a:pt x="83978" y="0"/>
                        </a:moveTo>
                        <a:lnTo>
                          <a:pt x="342629" y="0"/>
                        </a:lnTo>
                        <a:lnTo>
                          <a:pt x="342629" y="91738"/>
                        </a:lnTo>
                        <a:lnTo>
                          <a:pt x="279416" y="91738"/>
                        </a:lnTo>
                        <a:lnTo>
                          <a:pt x="426607" y="1039139"/>
                        </a:lnTo>
                        <a:lnTo>
                          <a:pt x="0" y="1039139"/>
                        </a:lnTo>
                        <a:lnTo>
                          <a:pt x="159393" y="91738"/>
                        </a:lnTo>
                        <a:lnTo>
                          <a:pt x="83978" y="91738"/>
                        </a:lnTo>
                        <a:close/>
                      </a:path>
                    </a:pathLst>
                  </a:custGeom>
                  <a:solidFill>
                    <a:sysClr val="window" lastClr="FFFFFF"/>
                  </a:solidFill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12" name="Group 211">
                  <a:extLst>
                    <a:ext uri="{FF2B5EF4-FFF2-40B4-BE49-F238E27FC236}">
                      <a16:creationId xmlns:a16="http://schemas.microsoft.com/office/drawing/2014/main" id="{5498842F-DD33-4777-9037-AD523E603C88}"/>
                    </a:ext>
                  </a:extLst>
                </p:cNvPr>
                <p:cNvGrpSpPr/>
                <p:nvPr/>
              </p:nvGrpSpPr>
              <p:grpSpPr>
                <a:xfrm>
                  <a:off x="5345410" y="1835903"/>
                  <a:ext cx="741795" cy="464154"/>
                  <a:chOff x="9669711" y="2630514"/>
                  <a:chExt cx="987332" cy="617808"/>
                </a:xfrm>
                <a:solidFill>
                  <a:sysClr val="window" lastClr="FFFFFF"/>
                </a:solidFill>
              </p:grpSpPr>
              <p:sp>
                <p:nvSpPr>
                  <p:cNvPr id="248" name="Rectangle 12">
                    <a:extLst>
                      <a:ext uri="{FF2B5EF4-FFF2-40B4-BE49-F238E27FC236}">
                        <a16:creationId xmlns:a16="http://schemas.microsoft.com/office/drawing/2014/main" id="{E6B6EDBB-1619-43EA-9BA6-5FE3D67478E8}"/>
                      </a:ext>
                    </a:extLst>
                  </p:cNvPr>
                  <p:cNvSpPr/>
                  <p:nvPr/>
                </p:nvSpPr>
                <p:spPr>
                  <a:xfrm>
                    <a:off x="9669711" y="2683282"/>
                    <a:ext cx="191554" cy="323170"/>
                  </a:xfrm>
                  <a:custGeom>
                    <a:avLst/>
                    <a:gdLst>
                      <a:gd name="connsiteX0" fmla="*/ 0 w 438150"/>
                      <a:gd name="connsiteY0" fmla="*/ 0 h 1295400"/>
                      <a:gd name="connsiteX1" fmla="*/ 438150 w 438150"/>
                      <a:gd name="connsiteY1" fmla="*/ 0 h 1295400"/>
                      <a:gd name="connsiteX2" fmla="*/ 438150 w 438150"/>
                      <a:gd name="connsiteY2" fmla="*/ 1295400 h 1295400"/>
                      <a:gd name="connsiteX3" fmla="*/ 0 w 438150"/>
                      <a:gd name="connsiteY3" fmla="*/ 1295400 h 1295400"/>
                      <a:gd name="connsiteX4" fmla="*/ 0 w 438150"/>
                      <a:gd name="connsiteY4" fmla="*/ 0 h 1295400"/>
                      <a:gd name="connsiteX0" fmla="*/ 0 w 438150"/>
                      <a:gd name="connsiteY0" fmla="*/ 0 h 1295400"/>
                      <a:gd name="connsiteX1" fmla="*/ 438150 w 438150"/>
                      <a:gd name="connsiteY1" fmla="*/ 0 h 1295400"/>
                      <a:gd name="connsiteX2" fmla="*/ 438150 w 438150"/>
                      <a:gd name="connsiteY2" fmla="*/ 1295400 h 1295400"/>
                      <a:gd name="connsiteX3" fmla="*/ 47625 w 438150"/>
                      <a:gd name="connsiteY3" fmla="*/ 1243013 h 1295400"/>
                      <a:gd name="connsiteX4" fmla="*/ 0 w 438150"/>
                      <a:gd name="connsiteY4" fmla="*/ 0 h 1295400"/>
                      <a:gd name="connsiteX0" fmla="*/ 0 w 559593"/>
                      <a:gd name="connsiteY0" fmla="*/ 0 h 1331118"/>
                      <a:gd name="connsiteX1" fmla="*/ 438150 w 559593"/>
                      <a:gd name="connsiteY1" fmla="*/ 0 h 1331118"/>
                      <a:gd name="connsiteX2" fmla="*/ 559593 w 559593"/>
                      <a:gd name="connsiteY2" fmla="*/ 1331118 h 1331118"/>
                      <a:gd name="connsiteX3" fmla="*/ 47625 w 559593"/>
                      <a:gd name="connsiteY3" fmla="*/ 1243013 h 1331118"/>
                      <a:gd name="connsiteX4" fmla="*/ 0 w 559593"/>
                      <a:gd name="connsiteY4" fmla="*/ 0 h 1331118"/>
                      <a:gd name="connsiteX0" fmla="*/ 0 w 829469"/>
                      <a:gd name="connsiteY0" fmla="*/ 0 h 1331118"/>
                      <a:gd name="connsiteX1" fmla="*/ 438150 w 829469"/>
                      <a:gd name="connsiteY1" fmla="*/ 0 h 1331118"/>
                      <a:gd name="connsiteX2" fmla="*/ 829469 w 829469"/>
                      <a:gd name="connsiteY2" fmla="*/ 150019 h 1331118"/>
                      <a:gd name="connsiteX3" fmla="*/ 559593 w 829469"/>
                      <a:gd name="connsiteY3" fmla="*/ 1331118 h 1331118"/>
                      <a:gd name="connsiteX4" fmla="*/ 47625 w 829469"/>
                      <a:gd name="connsiteY4" fmla="*/ 1243013 h 1331118"/>
                      <a:gd name="connsiteX5" fmla="*/ 0 w 829469"/>
                      <a:gd name="connsiteY5" fmla="*/ 0 h 1331118"/>
                      <a:gd name="connsiteX0" fmla="*/ 0 w 781844"/>
                      <a:gd name="connsiteY0" fmla="*/ 1243013 h 1331118"/>
                      <a:gd name="connsiteX1" fmla="*/ 390525 w 781844"/>
                      <a:gd name="connsiteY1" fmla="*/ 0 h 1331118"/>
                      <a:gd name="connsiteX2" fmla="*/ 781844 w 781844"/>
                      <a:gd name="connsiteY2" fmla="*/ 150019 h 1331118"/>
                      <a:gd name="connsiteX3" fmla="*/ 511968 w 781844"/>
                      <a:gd name="connsiteY3" fmla="*/ 1331118 h 1331118"/>
                      <a:gd name="connsiteX4" fmla="*/ 0 w 781844"/>
                      <a:gd name="connsiteY4" fmla="*/ 1243013 h 1331118"/>
                      <a:gd name="connsiteX0" fmla="*/ 0 w 781844"/>
                      <a:gd name="connsiteY0" fmla="*/ 1243013 h 1331118"/>
                      <a:gd name="connsiteX1" fmla="*/ 390525 w 781844"/>
                      <a:gd name="connsiteY1" fmla="*/ 0 h 1331118"/>
                      <a:gd name="connsiteX2" fmla="*/ 781844 w 781844"/>
                      <a:gd name="connsiteY2" fmla="*/ 150019 h 1331118"/>
                      <a:gd name="connsiteX3" fmla="*/ 511968 w 781844"/>
                      <a:gd name="connsiteY3" fmla="*/ 1331118 h 1331118"/>
                      <a:gd name="connsiteX4" fmla="*/ 0 w 781844"/>
                      <a:gd name="connsiteY4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511968 w 788987"/>
                      <a:gd name="connsiteY3" fmla="*/ 1331118 h 1331118"/>
                      <a:gd name="connsiteX4" fmla="*/ 0 w 788987"/>
                      <a:gd name="connsiteY4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511968 w 788987"/>
                      <a:gd name="connsiteY3" fmla="*/ 1331118 h 1331118"/>
                      <a:gd name="connsiteX4" fmla="*/ 0 w 788987"/>
                      <a:gd name="connsiteY4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655636 w 788987"/>
                      <a:gd name="connsiteY3" fmla="*/ 716756 h 1331118"/>
                      <a:gd name="connsiteX4" fmla="*/ 511968 w 788987"/>
                      <a:gd name="connsiteY4" fmla="*/ 1331118 h 1331118"/>
                      <a:gd name="connsiteX5" fmla="*/ 0 w 788987"/>
                      <a:gd name="connsiteY5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638968 w 788987"/>
                      <a:gd name="connsiteY3" fmla="*/ 707231 h 1331118"/>
                      <a:gd name="connsiteX4" fmla="*/ 511968 w 788987"/>
                      <a:gd name="connsiteY4" fmla="*/ 1331118 h 1331118"/>
                      <a:gd name="connsiteX5" fmla="*/ 0 w 788987"/>
                      <a:gd name="connsiteY5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638968 w 788987"/>
                      <a:gd name="connsiteY3" fmla="*/ 707231 h 1331118"/>
                      <a:gd name="connsiteX4" fmla="*/ 511968 w 788987"/>
                      <a:gd name="connsiteY4" fmla="*/ 1331118 h 1331118"/>
                      <a:gd name="connsiteX5" fmla="*/ 0 w 788987"/>
                      <a:gd name="connsiteY5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638968 w 788987"/>
                      <a:gd name="connsiteY3" fmla="*/ 707231 h 1331118"/>
                      <a:gd name="connsiteX4" fmla="*/ 511968 w 788987"/>
                      <a:gd name="connsiteY4" fmla="*/ 1331118 h 1331118"/>
                      <a:gd name="connsiteX5" fmla="*/ 0 w 788987"/>
                      <a:gd name="connsiteY5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638968 w 788987"/>
                      <a:gd name="connsiteY3" fmla="*/ 707231 h 1331118"/>
                      <a:gd name="connsiteX4" fmla="*/ 511968 w 788987"/>
                      <a:gd name="connsiteY4" fmla="*/ 1331118 h 1331118"/>
                      <a:gd name="connsiteX5" fmla="*/ 0 w 788987"/>
                      <a:gd name="connsiteY5" fmla="*/ 1243013 h 1331118"/>
                      <a:gd name="connsiteX0" fmla="*/ 0 w 788987"/>
                      <a:gd name="connsiteY0" fmla="*/ 1243013 h 1331118"/>
                      <a:gd name="connsiteX1" fmla="*/ 390525 w 788987"/>
                      <a:gd name="connsiteY1" fmla="*/ 0 h 1331118"/>
                      <a:gd name="connsiteX2" fmla="*/ 788987 w 788987"/>
                      <a:gd name="connsiteY2" fmla="*/ 138112 h 1331118"/>
                      <a:gd name="connsiteX3" fmla="*/ 638968 w 788987"/>
                      <a:gd name="connsiteY3" fmla="*/ 707231 h 1331118"/>
                      <a:gd name="connsiteX4" fmla="*/ 511968 w 788987"/>
                      <a:gd name="connsiteY4" fmla="*/ 1331118 h 1331118"/>
                      <a:gd name="connsiteX5" fmla="*/ 0 w 788987"/>
                      <a:gd name="connsiteY5" fmla="*/ 1243013 h 133111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788987" h="1331118">
                        <a:moveTo>
                          <a:pt x="0" y="1243013"/>
                        </a:moveTo>
                        <a:lnTo>
                          <a:pt x="390525" y="0"/>
                        </a:lnTo>
                        <a:cubicBezTo>
                          <a:pt x="470164" y="21431"/>
                          <a:pt x="661723" y="83344"/>
                          <a:pt x="788987" y="138112"/>
                        </a:cubicBezTo>
                        <a:cubicBezTo>
                          <a:pt x="738981" y="327818"/>
                          <a:pt x="678865" y="515145"/>
                          <a:pt x="638968" y="707231"/>
                        </a:cubicBezTo>
                        <a:cubicBezTo>
                          <a:pt x="606160" y="865186"/>
                          <a:pt x="525725" y="1154112"/>
                          <a:pt x="511968" y="1331118"/>
                        </a:cubicBezTo>
                        <a:lnTo>
                          <a:pt x="0" y="1243013"/>
                        </a:ln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9" name="Freeform 84">
                    <a:extLst>
                      <a:ext uri="{FF2B5EF4-FFF2-40B4-BE49-F238E27FC236}">
                        <a16:creationId xmlns:a16="http://schemas.microsoft.com/office/drawing/2014/main" id="{B4D3AF5F-B132-479C-92C9-7DE842880AD1}"/>
                      </a:ext>
                    </a:extLst>
                  </p:cNvPr>
                  <p:cNvSpPr/>
                  <p:nvPr/>
                </p:nvSpPr>
                <p:spPr>
                  <a:xfrm rot="597015">
                    <a:off x="9817982" y="2777426"/>
                    <a:ext cx="681891" cy="460042"/>
                  </a:xfrm>
                  <a:custGeom>
                    <a:avLst/>
                    <a:gdLst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407503 w 2764550"/>
                      <a:gd name="connsiteY2" fmla="*/ 18135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518639 w 2764550"/>
                      <a:gd name="connsiteY16" fmla="*/ 1370351 h 1894887"/>
                      <a:gd name="connsiteX17" fmla="*/ 2400029 w 2764550"/>
                      <a:gd name="connsiteY17" fmla="*/ 1489792 h 1894887"/>
                      <a:gd name="connsiteX18" fmla="*/ 2247976 w 2764550"/>
                      <a:gd name="connsiteY18" fmla="*/ 1611612 h 1894887"/>
                      <a:gd name="connsiteX19" fmla="*/ 1747417 w 2764550"/>
                      <a:gd name="connsiteY19" fmla="*/ 1260470 h 1894887"/>
                      <a:gd name="connsiteX20" fmla="*/ 1705231 w 2764550"/>
                      <a:gd name="connsiteY20" fmla="*/ 1267870 h 1894887"/>
                      <a:gd name="connsiteX21" fmla="*/ 1712632 w 2764550"/>
                      <a:gd name="connsiteY21" fmla="*/ 1310056 h 1894887"/>
                      <a:gd name="connsiteX22" fmla="*/ 2195264 w 2764550"/>
                      <a:gd name="connsiteY22" fmla="*/ 1648622 h 1894887"/>
                      <a:gd name="connsiteX23" fmla="*/ 2043155 w 2764550"/>
                      <a:gd name="connsiteY23" fmla="*/ 1744080 h 1894887"/>
                      <a:gd name="connsiteX24" fmla="*/ 1928414 w 2764550"/>
                      <a:gd name="connsiteY24" fmla="*/ 1801075 h 1894887"/>
                      <a:gd name="connsiteX25" fmla="*/ 1495974 w 2764550"/>
                      <a:gd name="connsiteY25" fmla="*/ 1532320 h 1894887"/>
                      <a:gd name="connsiteX26" fmla="*/ 1454266 w 2764550"/>
                      <a:gd name="connsiteY26" fmla="*/ 1542056 h 1894887"/>
                      <a:gd name="connsiteX27" fmla="*/ 1464002 w 2764550"/>
                      <a:gd name="connsiteY27" fmla="*/ 1583764 h 1894887"/>
                      <a:gd name="connsiteX28" fmla="*/ 1859640 w 2764550"/>
                      <a:gd name="connsiteY28" fmla="*/ 1829648 h 1894887"/>
                      <a:gd name="connsiteX29" fmla="*/ 1783043 w 2764550"/>
                      <a:gd name="connsiteY29" fmla="*/ 1859037 h 1894887"/>
                      <a:gd name="connsiteX30" fmla="*/ 1576068 w 2764550"/>
                      <a:gd name="connsiteY30" fmla="*/ 1894478 h 1894887"/>
                      <a:gd name="connsiteX31" fmla="*/ 1548759 w 2764550"/>
                      <a:gd name="connsiteY31" fmla="*/ 1889804 h 1894887"/>
                      <a:gd name="connsiteX32" fmla="*/ 1408967 w 2764550"/>
                      <a:gd name="connsiteY32" fmla="*/ 1818448 h 1894887"/>
                      <a:gd name="connsiteX33" fmla="*/ 1294383 w 2764550"/>
                      <a:gd name="connsiteY33" fmla="*/ 1754060 h 1894887"/>
                      <a:gd name="connsiteX34" fmla="*/ 1189459 w 2764550"/>
                      <a:gd name="connsiteY34" fmla="*/ 1664198 h 1894887"/>
                      <a:gd name="connsiteX35" fmla="*/ 1133784 w 2764550"/>
                      <a:gd name="connsiteY35" fmla="*/ 1643550 h 1894887"/>
                      <a:gd name="connsiteX36" fmla="*/ 1100739 w 2764550"/>
                      <a:gd name="connsiteY36" fmla="*/ 1644836 h 1894887"/>
                      <a:gd name="connsiteX37" fmla="*/ 1109399 w 2764550"/>
                      <a:gd name="connsiteY37" fmla="*/ 1587811 h 1894887"/>
                      <a:gd name="connsiteX38" fmla="*/ 965681 w 2764550"/>
                      <a:gd name="connsiteY38" fmla="*/ 1392963 h 1894887"/>
                      <a:gd name="connsiteX39" fmla="*/ 798205 w 2764550"/>
                      <a:gd name="connsiteY39" fmla="*/ 1400129 h 1894887"/>
                      <a:gd name="connsiteX40" fmla="*/ 770517 w 2764550"/>
                      <a:gd name="connsiteY40" fmla="*/ 1416390 h 1894887"/>
                      <a:gd name="connsiteX41" fmla="*/ 745487 w 2764550"/>
                      <a:gd name="connsiteY41" fmla="*/ 1368693 h 1894887"/>
                      <a:gd name="connsiteX42" fmla="*/ 643275 w 2764550"/>
                      <a:gd name="connsiteY42" fmla="*/ 1291572 h 1894887"/>
                      <a:gd name="connsiteX43" fmla="*/ 407837 w 2764550"/>
                      <a:gd name="connsiteY43" fmla="*/ 1348046 h 1894887"/>
                      <a:gd name="connsiteX44" fmla="*/ 385333 w 2764550"/>
                      <a:gd name="connsiteY44" fmla="*/ 1384820 h 1894887"/>
                      <a:gd name="connsiteX45" fmla="*/ 1448 w 2764550"/>
                      <a:gd name="connsiteY45" fmla="*/ 1184257 h 1894887"/>
                      <a:gd name="connsiteX46" fmla="*/ 51072 w 2764550"/>
                      <a:gd name="connsiteY46" fmla="*/ 43756 h 1894887"/>
                      <a:gd name="connsiteX47" fmla="*/ 65859 w 2764550"/>
                      <a:gd name="connsiteY47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518639 w 2764550"/>
                      <a:gd name="connsiteY16" fmla="*/ 1370351 h 1894887"/>
                      <a:gd name="connsiteX17" fmla="*/ 2400029 w 2764550"/>
                      <a:gd name="connsiteY17" fmla="*/ 1489792 h 1894887"/>
                      <a:gd name="connsiteX18" fmla="*/ 2247976 w 2764550"/>
                      <a:gd name="connsiteY18" fmla="*/ 1611612 h 1894887"/>
                      <a:gd name="connsiteX19" fmla="*/ 1747417 w 2764550"/>
                      <a:gd name="connsiteY19" fmla="*/ 1260470 h 1894887"/>
                      <a:gd name="connsiteX20" fmla="*/ 1705231 w 2764550"/>
                      <a:gd name="connsiteY20" fmla="*/ 1267870 h 1894887"/>
                      <a:gd name="connsiteX21" fmla="*/ 1712632 w 2764550"/>
                      <a:gd name="connsiteY21" fmla="*/ 1310056 h 1894887"/>
                      <a:gd name="connsiteX22" fmla="*/ 2195264 w 2764550"/>
                      <a:gd name="connsiteY22" fmla="*/ 1648622 h 1894887"/>
                      <a:gd name="connsiteX23" fmla="*/ 2043155 w 2764550"/>
                      <a:gd name="connsiteY23" fmla="*/ 1744080 h 1894887"/>
                      <a:gd name="connsiteX24" fmla="*/ 1928414 w 2764550"/>
                      <a:gd name="connsiteY24" fmla="*/ 1801075 h 1894887"/>
                      <a:gd name="connsiteX25" fmla="*/ 1495974 w 2764550"/>
                      <a:gd name="connsiteY25" fmla="*/ 1532320 h 1894887"/>
                      <a:gd name="connsiteX26" fmla="*/ 1454266 w 2764550"/>
                      <a:gd name="connsiteY26" fmla="*/ 1542056 h 1894887"/>
                      <a:gd name="connsiteX27" fmla="*/ 1464002 w 2764550"/>
                      <a:gd name="connsiteY27" fmla="*/ 1583764 h 1894887"/>
                      <a:gd name="connsiteX28" fmla="*/ 1859640 w 2764550"/>
                      <a:gd name="connsiteY28" fmla="*/ 1829648 h 1894887"/>
                      <a:gd name="connsiteX29" fmla="*/ 1783043 w 2764550"/>
                      <a:gd name="connsiteY29" fmla="*/ 1859037 h 1894887"/>
                      <a:gd name="connsiteX30" fmla="*/ 1576068 w 2764550"/>
                      <a:gd name="connsiteY30" fmla="*/ 1894478 h 1894887"/>
                      <a:gd name="connsiteX31" fmla="*/ 1548759 w 2764550"/>
                      <a:gd name="connsiteY31" fmla="*/ 1889804 h 1894887"/>
                      <a:gd name="connsiteX32" fmla="*/ 1408967 w 2764550"/>
                      <a:gd name="connsiteY32" fmla="*/ 1818448 h 1894887"/>
                      <a:gd name="connsiteX33" fmla="*/ 1294383 w 2764550"/>
                      <a:gd name="connsiteY33" fmla="*/ 1754060 h 1894887"/>
                      <a:gd name="connsiteX34" fmla="*/ 1189459 w 2764550"/>
                      <a:gd name="connsiteY34" fmla="*/ 1664198 h 1894887"/>
                      <a:gd name="connsiteX35" fmla="*/ 1133784 w 2764550"/>
                      <a:gd name="connsiteY35" fmla="*/ 1643550 h 1894887"/>
                      <a:gd name="connsiteX36" fmla="*/ 1100739 w 2764550"/>
                      <a:gd name="connsiteY36" fmla="*/ 1644836 h 1894887"/>
                      <a:gd name="connsiteX37" fmla="*/ 1109399 w 2764550"/>
                      <a:gd name="connsiteY37" fmla="*/ 1587811 h 1894887"/>
                      <a:gd name="connsiteX38" fmla="*/ 965681 w 2764550"/>
                      <a:gd name="connsiteY38" fmla="*/ 1392963 h 1894887"/>
                      <a:gd name="connsiteX39" fmla="*/ 798205 w 2764550"/>
                      <a:gd name="connsiteY39" fmla="*/ 1400129 h 1894887"/>
                      <a:gd name="connsiteX40" fmla="*/ 770517 w 2764550"/>
                      <a:gd name="connsiteY40" fmla="*/ 1416390 h 1894887"/>
                      <a:gd name="connsiteX41" fmla="*/ 745487 w 2764550"/>
                      <a:gd name="connsiteY41" fmla="*/ 1368693 h 1894887"/>
                      <a:gd name="connsiteX42" fmla="*/ 643275 w 2764550"/>
                      <a:gd name="connsiteY42" fmla="*/ 1291572 h 1894887"/>
                      <a:gd name="connsiteX43" fmla="*/ 407837 w 2764550"/>
                      <a:gd name="connsiteY43" fmla="*/ 1348046 h 1894887"/>
                      <a:gd name="connsiteX44" fmla="*/ 385333 w 2764550"/>
                      <a:gd name="connsiteY44" fmla="*/ 1384820 h 1894887"/>
                      <a:gd name="connsiteX45" fmla="*/ 1448 w 2764550"/>
                      <a:gd name="connsiteY45" fmla="*/ 1184257 h 1894887"/>
                      <a:gd name="connsiteX46" fmla="*/ 51072 w 2764550"/>
                      <a:gd name="connsiteY46" fmla="*/ 43756 h 1894887"/>
                      <a:gd name="connsiteX47" fmla="*/ 65859 w 2764550"/>
                      <a:gd name="connsiteY47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400029 w 2764550"/>
                      <a:gd name="connsiteY16" fmla="*/ 1489792 h 1894887"/>
                      <a:gd name="connsiteX17" fmla="*/ 2247976 w 2764550"/>
                      <a:gd name="connsiteY17" fmla="*/ 1611612 h 1894887"/>
                      <a:gd name="connsiteX18" fmla="*/ 1747417 w 2764550"/>
                      <a:gd name="connsiteY18" fmla="*/ 1260470 h 1894887"/>
                      <a:gd name="connsiteX19" fmla="*/ 1705231 w 2764550"/>
                      <a:gd name="connsiteY19" fmla="*/ 1267870 h 1894887"/>
                      <a:gd name="connsiteX20" fmla="*/ 1712632 w 2764550"/>
                      <a:gd name="connsiteY20" fmla="*/ 1310056 h 1894887"/>
                      <a:gd name="connsiteX21" fmla="*/ 2195264 w 2764550"/>
                      <a:gd name="connsiteY21" fmla="*/ 1648622 h 1894887"/>
                      <a:gd name="connsiteX22" fmla="*/ 2043155 w 2764550"/>
                      <a:gd name="connsiteY22" fmla="*/ 1744080 h 1894887"/>
                      <a:gd name="connsiteX23" fmla="*/ 1928414 w 2764550"/>
                      <a:gd name="connsiteY23" fmla="*/ 1801075 h 1894887"/>
                      <a:gd name="connsiteX24" fmla="*/ 1495974 w 2764550"/>
                      <a:gd name="connsiteY24" fmla="*/ 1532320 h 1894887"/>
                      <a:gd name="connsiteX25" fmla="*/ 1454266 w 2764550"/>
                      <a:gd name="connsiteY25" fmla="*/ 1542056 h 1894887"/>
                      <a:gd name="connsiteX26" fmla="*/ 1464002 w 2764550"/>
                      <a:gd name="connsiteY26" fmla="*/ 1583764 h 1894887"/>
                      <a:gd name="connsiteX27" fmla="*/ 1859640 w 2764550"/>
                      <a:gd name="connsiteY27" fmla="*/ 1829648 h 1894887"/>
                      <a:gd name="connsiteX28" fmla="*/ 1783043 w 2764550"/>
                      <a:gd name="connsiteY28" fmla="*/ 1859037 h 1894887"/>
                      <a:gd name="connsiteX29" fmla="*/ 1576068 w 2764550"/>
                      <a:gd name="connsiteY29" fmla="*/ 1894478 h 1894887"/>
                      <a:gd name="connsiteX30" fmla="*/ 1548759 w 2764550"/>
                      <a:gd name="connsiteY30" fmla="*/ 1889804 h 1894887"/>
                      <a:gd name="connsiteX31" fmla="*/ 1408967 w 2764550"/>
                      <a:gd name="connsiteY31" fmla="*/ 1818448 h 1894887"/>
                      <a:gd name="connsiteX32" fmla="*/ 1294383 w 2764550"/>
                      <a:gd name="connsiteY32" fmla="*/ 1754060 h 1894887"/>
                      <a:gd name="connsiteX33" fmla="*/ 1189459 w 2764550"/>
                      <a:gd name="connsiteY33" fmla="*/ 1664198 h 1894887"/>
                      <a:gd name="connsiteX34" fmla="*/ 1133784 w 2764550"/>
                      <a:gd name="connsiteY34" fmla="*/ 1643550 h 1894887"/>
                      <a:gd name="connsiteX35" fmla="*/ 1100739 w 2764550"/>
                      <a:gd name="connsiteY35" fmla="*/ 1644836 h 1894887"/>
                      <a:gd name="connsiteX36" fmla="*/ 1109399 w 2764550"/>
                      <a:gd name="connsiteY36" fmla="*/ 1587811 h 1894887"/>
                      <a:gd name="connsiteX37" fmla="*/ 965681 w 2764550"/>
                      <a:gd name="connsiteY37" fmla="*/ 1392963 h 1894887"/>
                      <a:gd name="connsiteX38" fmla="*/ 798205 w 2764550"/>
                      <a:gd name="connsiteY38" fmla="*/ 1400129 h 1894887"/>
                      <a:gd name="connsiteX39" fmla="*/ 770517 w 2764550"/>
                      <a:gd name="connsiteY39" fmla="*/ 1416390 h 1894887"/>
                      <a:gd name="connsiteX40" fmla="*/ 745487 w 2764550"/>
                      <a:gd name="connsiteY40" fmla="*/ 1368693 h 1894887"/>
                      <a:gd name="connsiteX41" fmla="*/ 643275 w 2764550"/>
                      <a:gd name="connsiteY41" fmla="*/ 1291572 h 1894887"/>
                      <a:gd name="connsiteX42" fmla="*/ 407837 w 2764550"/>
                      <a:gd name="connsiteY42" fmla="*/ 1348046 h 1894887"/>
                      <a:gd name="connsiteX43" fmla="*/ 385333 w 2764550"/>
                      <a:gd name="connsiteY43" fmla="*/ 1384820 h 1894887"/>
                      <a:gd name="connsiteX44" fmla="*/ 1448 w 2764550"/>
                      <a:gd name="connsiteY44" fmla="*/ 1184257 h 1894887"/>
                      <a:gd name="connsiteX45" fmla="*/ 51072 w 2764550"/>
                      <a:gd name="connsiteY45" fmla="*/ 43756 h 1894887"/>
                      <a:gd name="connsiteX46" fmla="*/ 65859 w 2764550"/>
                      <a:gd name="connsiteY46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2043155 w 2764550"/>
                      <a:gd name="connsiteY21" fmla="*/ 1744080 h 1894887"/>
                      <a:gd name="connsiteX22" fmla="*/ 1928414 w 2764550"/>
                      <a:gd name="connsiteY22" fmla="*/ 1801075 h 1894887"/>
                      <a:gd name="connsiteX23" fmla="*/ 1495974 w 2764550"/>
                      <a:gd name="connsiteY23" fmla="*/ 1532320 h 1894887"/>
                      <a:gd name="connsiteX24" fmla="*/ 1454266 w 2764550"/>
                      <a:gd name="connsiteY24" fmla="*/ 1542056 h 1894887"/>
                      <a:gd name="connsiteX25" fmla="*/ 1464002 w 2764550"/>
                      <a:gd name="connsiteY25" fmla="*/ 1583764 h 1894887"/>
                      <a:gd name="connsiteX26" fmla="*/ 1859640 w 2764550"/>
                      <a:gd name="connsiteY26" fmla="*/ 1829648 h 1894887"/>
                      <a:gd name="connsiteX27" fmla="*/ 1783043 w 2764550"/>
                      <a:gd name="connsiteY27" fmla="*/ 1859037 h 1894887"/>
                      <a:gd name="connsiteX28" fmla="*/ 1576068 w 2764550"/>
                      <a:gd name="connsiteY28" fmla="*/ 1894478 h 1894887"/>
                      <a:gd name="connsiteX29" fmla="*/ 1548759 w 2764550"/>
                      <a:gd name="connsiteY29" fmla="*/ 1889804 h 1894887"/>
                      <a:gd name="connsiteX30" fmla="*/ 1408967 w 2764550"/>
                      <a:gd name="connsiteY30" fmla="*/ 1818448 h 1894887"/>
                      <a:gd name="connsiteX31" fmla="*/ 1294383 w 2764550"/>
                      <a:gd name="connsiteY31" fmla="*/ 1754060 h 1894887"/>
                      <a:gd name="connsiteX32" fmla="*/ 1189459 w 2764550"/>
                      <a:gd name="connsiteY32" fmla="*/ 1664198 h 1894887"/>
                      <a:gd name="connsiteX33" fmla="*/ 1133784 w 2764550"/>
                      <a:gd name="connsiteY33" fmla="*/ 1643550 h 1894887"/>
                      <a:gd name="connsiteX34" fmla="*/ 1100739 w 2764550"/>
                      <a:gd name="connsiteY34" fmla="*/ 1644836 h 1894887"/>
                      <a:gd name="connsiteX35" fmla="*/ 1109399 w 2764550"/>
                      <a:gd name="connsiteY35" fmla="*/ 1587811 h 1894887"/>
                      <a:gd name="connsiteX36" fmla="*/ 965681 w 2764550"/>
                      <a:gd name="connsiteY36" fmla="*/ 1392963 h 1894887"/>
                      <a:gd name="connsiteX37" fmla="*/ 798205 w 2764550"/>
                      <a:gd name="connsiteY37" fmla="*/ 1400129 h 1894887"/>
                      <a:gd name="connsiteX38" fmla="*/ 770517 w 2764550"/>
                      <a:gd name="connsiteY38" fmla="*/ 1416390 h 1894887"/>
                      <a:gd name="connsiteX39" fmla="*/ 745487 w 2764550"/>
                      <a:gd name="connsiteY39" fmla="*/ 1368693 h 1894887"/>
                      <a:gd name="connsiteX40" fmla="*/ 643275 w 2764550"/>
                      <a:gd name="connsiteY40" fmla="*/ 1291572 h 1894887"/>
                      <a:gd name="connsiteX41" fmla="*/ 407837 w 2764550"/>
                      <a:gd name="connsiteY41" fmla="*/ 1348046 h 1894887"/>
                      <a:gd name="connsiteX42" fmla="*/ 385333 w 2764550"/>
                      <a:gd name="connsiteY42" fmla="*/ 1384820 h 1894887"/>
                      <a:gd name="connsiteX43" fmla="*/ 1448 w 2764550"/>
                      <a:gd name="connsiteY43" fmla="*/ 1184257 h 1894887"/>
                      <a:gd name="connsiteX44" fmla="*/ 51072 w 2764550"/>
                      <a:gd name="connsiteY44" fmla="*/ 43756 h 1894887"/>
                      <a:gd name="connsiteX45" fmla="*/ 65859 w 2764550"/>
                      <a:gd name="connsiteY45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2043155 w 2764550"/>
                      <a:gd name="connsiteY21" fmla="*/ 1744080 h 1894887"/>
                      <a:gd name="connsiteX22" fmla="*/ 1928414 w 2764550"/>
                      <a:gd name="connsiteY22" fmla="*/ 1801075 h 1894887"/>
                      <a:gd name="connsiteX23" fmla="*/ 1495974 w 2764550"/>
                      <a:gd name="connsiteY23" fmla="*/ 1532320 h 1894887"/>
                      <a:gd name="connsiteX24" fmla="*/ 1454266 w 2764550"/>
                      <a:gd name="connsiteY24" fmla="*/ 1542056 h 1894887"/>
                      <a:gd name="connsiteX25" fmla="*/ 1464002 w 2764550"/>
                      <a:gd name="connsiteY25" fmla="*/ 1583764 h 1894887"/>
                      <a:gd name="connsiteX26" fmla="*/ 1859640 w 2764550"/>
                      <a:gd name="connsiteY26" fmla="*/ 1829648 h 1894887"/>
                      <a:gd name="connsiteX27" fmla="*/ 1783043 w 2764550"/>
                      <a:gd name="connsiteY27" fmla="*/ 1859037 h 1894887"/>
                      <a:gd name="connsiteX28" fmla="*/ 1576068 w 2764550"/>
                      <a:gd name="connsiteY28" fmla="*/ 1894478 h 1894887"/>
                      <a:gd name="connsiteX29" fmla="*/ 1548759 w 2764550"/>
                      <a:gd name="connsiteY29" fmla="*/ 1889804 h 1894887"/>
                      <a:gd name="connsiteX30" fmla="*/ 1408967 w 2764550"/>
                      <a:gd name="connsiteY30" fmla="*/ 1818448 h 1894887"/>
                      <a:gd name="connsiteX31" fmla="*/ 1294383 w 2764550"/>
                      <a:gd name="connsiteY31" fmla="*/ 1754060 h 1894887"/>
                      <a:gd name="connsiteX32" fmla="*/ 1189459 w 2764550"/>
                      <a:gd name="connsiteY32" fmla="*/ 1664198 h 1894887"/>
                      <a:gd name="connsiteX33" fmla="*/ 1133784 w 2764550"/>
                      <a:gd name="connsiteY33" fmla="*/ 1643550 h 1894887"/>
                      <a:gd name="connsiteX34" fmla="*/ 1100739 w 2764550"/>
                      <a:gd name="connsiteY34" fmla="*/ 1644836 h 1894887"/>
                      <a:gd name="connsiteX35" fmla="*/ 1109399 w 2764550"/>
                      <a:gd name="connsiteY35" fmla="*/ 1587811 h 1894887"/>
                      <a:gd name="connsiteX36" fmla="*/ 965681 w 2764550"/>
                      <a:gd name="connsiteY36" fmla="*/ 1392963 h 1894887"/>
                      <a:gd name="connsiteX37" fmla="*/ 798205 w 2764550"/>
                      <a:gd name="connsiteY37" fmla="*/ 1400129 h 1894887"/>
                      <a:gd name="connsiteX38" fmla="*/ 770517 w 2764550"/>
                      <a:gd name="connsiteY38" fmla="*/ 1416390 h 1894887"/>
                      <a:gd name="connsiteX39" fmla="*/ 745487 w 2764550"/>
                      <a:gd name="connsiteY39" fmla="*/ 1368693 h 1894887"/>
                      <a:gd name="connsiteX40" fmla="*/ 643275 w 2764550"/>
                      <a:gd name="connsiteY40" fmla="*/ 1291572 h 1894887"/>
                      <a:gd name="connsiteX41" fmla="*/ 407837 w 2764550"/>
                      <a:gd name="connsiteY41" fmla="*/ 1348046 h 1894887"/>
                      <a:gd name="connsiteX42" fmla="*/ 385333 w 2764550"/>
                      <a:gd name="connsiteY42" fmla="*/ 1384820 h 1894887"/>
                      <a:gd name="connsiteX43" fmla="*/ 1448 w 2764550"/>
                      <a:gd name="connsiteY43" fmla="*/ 1184257 h 1894887"/>
                      <a:gd name="connsiteX44" fmla="*/ 51072 w 2764550"/>
                      <a:gd name="connsiteY44" fmla="*/ 43756 h 1894887"/>
                      <a:gd name="connsiteX45" fmla="*/ 65859 w 2764550"/>
                      <a:gd name="connsiteY45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2043155 w 2764550"/>
                      <a:gd name="connsiteY21" fmla="*/ 1744080 h 1894887"/>
                      <a:gd name="connsiteX22" fmla="*/ 1928414 w 2764550"/>
                      <a:gd name="connsiteY22" fmla="*/ 1801075 h 1894887"/>
                      <a:gd name="connsiteX23" fmla="*/ 1495974 w 2764550"/>
                      <a:gd name="connsiteY23" fmla="*/ 1532320 h 1894887"/>
                      <a:gd name="connsiteX24" fmla="*/ 1454266 w 2764550"/>
                      <a:gd name="connsiteY24" fmla="*/ 1542056 h 1894887"/>
                      <a:gd name="connsiteX25" fmla="*/ 1464002 w 2764550"/>
                      <a:gd name="connsiteY25" fmla="*/ 1583764 h 1894887"/>
                      <a:gd name="connsiteX26" fmla="*/ 1859640 w 2764550"/>
                      <a:gd name="connsiteY26" fmla="*/ 1829648 h 1894887"/>
                      <a:gd name="connsiteX27" fmla="*/ 1783043 w 2764550"/>
                      <a:gd name="connsiteY27" fmla="*/ 1859037 h 1894887"/>
                      <a:gd name="connsiteX28" fmla="*/ 1576068 w 2764550"/>
                      <a:gd name="connsiteY28" fmla="*/ 1894478 h 1894887"/>
                      <a:gd name="connsiteX29" fmla="*/ 1548759 w 2764550"/>
                      <a:gd name="connsiteY29" fmla="*/ 1889804 h 1894887"/>
                      <a:gd name="connsiteX30" fmla="*/ 1408967 w 2764550"/>
                      <a:gd name="connsiteY30" fmla="*/ 1818448 h 1894887"/>
                      <a:gd name="connsiteX31" fmla="*/ 1294383 w 2764550"/>
                      <a:gd name="connsiteY31" fmla="*/ 1754060 h 1894887"/>
                      <a:gd name="connsiteX32" fmla="*/ 1189459 w 2764550"/>
                      <a:gd name="connsiteY32" fmla="*/ 1664198 h 1894887"/>
                      <a:gd name="connsiteX33" fmla="*/ 1133784 w 2764550"/>
                      <a:gd name="connsiteY33" fmla="*/ 1643550 h 1894887"/>
                      <a:gd name="connsiteX34" fmla="*/ 1100739 w 2764550"/>
                      <a:gd name="connsiteY34" fmla="*/ 1644836 h 1894887"/>
                      <a:gd name="connsiteX35" fmla="*/ 1109399 w 2764550"/>
                      <a:gd name="connsiteY35" fmla="*/ 1587811 h 1894887"/>
                      <a:gd name="connsiteX36" fmla="*/ 965681 w 2764550"/>
                      <a:gd name="connsiteY36" fmla="*/ 1392963 h 1894887"/>
                      <a:gd name="connsiteX37" fmla="*/ 798205 w 2764550"/>
                      <a:gd name="connsiteY37" fmla="*/ 1400129 h 1894887"/>
                      <a:gd name="connsiteX38" fmla="*/ 770517 w 2764550"/>
                      <a:gd name="connsiteY38" fmla="*/ 1416390 h 1894887"/>
                      <a:gd name="connsiteX39" fmla="*/ 745487 w 2764550"/>
                      <a:gd name="connsiteY39" fmla="*/ 1368693 h 1894887"/>
                      <a:gd name="connsiteX40" fmla="*/ 643275 w 2764550"/>
                      <a:gd name="connsiteY40" fmla="*/ 1291572 h 1894887"/>
                      <a:gd name="connsiteX41" fmla="*/ 407837 w 2764550"/>
                      <a:gd name="connsiteY41" fmla="*/ 1348046 h 1894887"/>
                      <a:gd name="connsiteX42" fmla="*/ 385333 w 2764550"/>
                      <a:gd name="connsiteY42" fmla="*/ 1384820 h 1894887"/>
                      <a:gd name="connsiteX43" fmla="*/ 1448 w 2764550"/>
                      <a:gd name="connsiteY43" fmla="*/ 1184257 h 1894887"/>
                      <a:gd name="connsiteX44" fmla="*/ 51072 w 2764550"/>
                      <a:gd name="connsiteY44" fmla="*/ 43756 h 1894887"/>
                      <a:gd name="connsiteX45" fmla="*/ 65859 w 2764550"/>
                      <a:gd name="connsiteY45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2043155 w 2764550"/>
                      <a:gd name="connsiteY21" fmla="*/ 1744080 h 1894887"/>
                      <a:gd name="connsiteX22" fmla="*/ 1928414 w 2764550"/>
                      <a:gd name="connsiteY22" fmla="*/ 1801075 h 1894887"/>
                      <a:gd name="connsiteX23" fmla="*/ 1495974 w 2764550"/>
                      <a:gd name="connsiteY23" fmla="*/ 1532320 h 1894887"/>
                      <a:gd name="connsiteX24" fmla="*/ 1454266 w 2764550"/>
                      <a:gd name="connsiteY24" fmla="*/ 1542056 h 1894887"/>
                      <a:gd name="connsiteX25" fmla="*/ 1464002 w 2764550"/>
                      <a:gd name="connsiteY25" fmla="*/ 1583764 h 1894887"/>
                      <a:gd name="connsiteX26" fmla="*/ 1859640 w 2764550"/>
                      <a:gd name="connsiteY26" fmla="*/ 1829648 h 1894887"/>
                      <a:gd name="connsiteX27" fmla="*/ 1783043 w 2764550"/>
                      <a:gd name="connsiteY27" fmla="*/ 1859037 h 1894887"/>
                      <a:gd name="connsiteX28" fmla="*/ 1576068 w 2764550"/>
                      <a:gd name="connsiteY28" fmla="*/ 1894478 h 1894887"/>
                      <a:gd name="connsiteX29" fmla="*/ 1548759 w 2764550"/>
                      <a:gd name="connsiteY29" fmla="*/ 1889804 h 1894887"/>
                      <a:gd name="connsiteX30" fmla="*/ 1408967 w 2764550"/>
                      <a:gd name="connsiteY30" fmla="*/ 1818448 h 1894887"/>
                      <a:gd name="connsiteX31" fmla="*/ 1294383 w 2764550"/>
                      <a:gd name="connsiteY31" fmla="*/ 1754060 h 1894887"/>
                      <a:gd name="connsiteX32" fmla="*/ 1189459 w 2764550"/>
                      <a:gd name="connsiteY32" fmla="*/ 1664198 h 1894887"/>
                      <a:gd name="connsiteX33" fmla="*/ 1133784 w 2764550"/>
                      <a:gd name="connsiteY33" fmla="*/ 1643550 h 1894887"/>
                      <a:gd name="connsiteX34" fmla="*/ 1100739 w 2764550"/>
                      <a:gd name="connsiteY34" fmla="*/ 1644836 h 1894887"/>
                      <a:gd name="connsiteX35" fmla="*/ 1109399 w 2764550"/>
                      <a:gd name="connsiteY35" fmla="*/ 1587811 h 1894887"/>
                      <a:gd name="connsiteX36" fmla="*/ 965681 w 2764550"/>
                      <a:gd name="connsiteY36" fmla="*/ 1392963 h 1894887"/>
                      <a:gd name="connsiteX37" fmla="*/ 798205 w 2764550"/>
                      <a:gd name="connsiteY37" fmla="*/ 1400129 h 1894887"/>
                      <a:gd name="connsiteX38" fmla="*/ 770517 w 2764550"/>
                      <a:gd name="connsiteY38" fmla="*/ 1416390 h 1894887"/>
                      <a:gd name="connsiteX39" fmla="*/ 745487 w 2764550"/>
                      <a:gd name="connsiteY39" fmla="*/ 1368693 h 1894887"/>
                      <a:gd name="connsiteX40" fmla="*/ 643275 w 2764550"/>
                      <a:gd name="connsiteY40" fmla="*/ 1291572 h 1894887"/>
                      <a:gd name="connsiteX41" fmla="*/ 407837 w 2764550"/>
                      <a:gd name="connsiteY41" fmla="*/ 1348046 h 1894887"/>
                      <a:gd name="connsiteX42" fmla="*/ 385333 w 2764550"/>
                      <a:gd name="connsiteY42" fmla="*/ 1384820 h 1894887"/>
                      <a:gd name="connsiteX43" fmla="*/ 1448 w 2764550"/>
                      <a:gd name="connsiteY43" fmla="*/ 1184257 h 1894887"/>
                      <a:gd name="connsiteX44" fmla="*/ 51072 w 2764550"/>
                      <a:gd name="connsiteY44" fmla="*/ 43756 h 1894887"/>
                      <a:gd name="connsiteX45" fmla="*/ 65859 w 2764550"/>
                      <a:gd name="connsiteY45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2043155 w 2764550"/>
                      <a:gd name="connsiteY21" fmla="*/ 1744080 h 1894887"/>
                      <a:gd name="connsiteX22" fmla="*/ 1928414 w 2764550"/>
                      <a:gd name="connsiteY22" fmla="*/ 1801075 h 1894887"/>
                      <a:gd name="connsiteX23" fmla="*/ 1495974 w 2764550"/>
                      <a:gd name="connsiteY23" fmla="*/ 1532320 h 1894887"/>
                      <a:gd name="connsiteX24" fmla="*/ 1454266 w 2764550"/>
                      <a:gd name="connsiteY24" fmla="*/ 1542056 h 1894887"/>
                      <a:gd name="connsiteX25" fmla="*/ 1464002 w 2764550"/>
                      <a:gd name="connsiteY25" fmla="*/ 1583764 h 1894887"/>
                      <a:gd name="connsiteX26" fmla="*/ 1859640 w 2764550"/>
                      <a:gd name="connsiteY26" fmla="*/ 1829648 h 1894887"/>
                      <a:gd name="connsiteX27" fmla="*/ 1783043 w 2764550"/>
                      <a:gd name="connsiteY27" fmla="*/ 1859037 h 1894887"/>
                      <a:gd name="connsiteX28" fmla="*/ 1576068 w 2764550"/>
                      <a:gd name="connsiteY28" fmla="*/ 1894478 h 1894887"/>
                      <a:gd name="connsiteX29" fmla="*/ 1548759 w 2764550"/>
                      <a:gd name="connsiteY29" fmla="*/ 1889804 h 1894887"/>
                      <a:gd name="connsiteX30" fmla="*/ 1408967 w 2764550"/>
                      <a:gd name="connsiteY30" fmla="*/ 1818448 h 1894887"/>
                      <a:gd name="connsiteX31" fmla="*/ 1294383 w 2764550"/>
                      <a:gd name="connsiteY31" fmla="*/ 1754060 h 1894887"/>
                      <a:gd name="connsiteX32" fmla="*/ 1189459 w 2764550"/>
                      <a:gd name="connsiteY32" fmla="*/ 1664198 h 1894887"/>
                      <a:gd name="connsiteX33" fmla="*/ 1133784 w 2764550"/>
                      <a:gd name="connsiteY33" fmla="*/ 1643550 h 1894887"/>
                      <a:gd name="connsiteX34" fmla="*/ 1100739 w 2764550"/>
                      <a:gd name="connsiteY34" fmla="*/ 1644836 h 1894887"/>
                      <a:gd name="connsiteX35" fmla="*/ 1109399 w 2764550"/>
                      <a:gd name="connsiteY35" fmla="*/ 1587811 h 1894887"/>
                      <a:gd name="connsiteX36" fmla="*/ 965681 w 2764550"/>
                      <a:gd name="connsiteY36" fmla="*/ 1392963 h 1894887"/>
                      <a:gd name="connsiteX37" fmla="*/ 798205 w 2764550"/>
                      <a:gd name="connsiteY37" fmla="*/ 1400129 h 1894887"/>
                      <a:gd name="connsiteX38" fmla="*/ 770517 w 2764550"/>
                      <a:gd name="connsiteY38" fmla="*/ 1416390 h 1894887"/>
                      <a:gd name="connsiteX39" fmla="*/ 745487 w 2764550"/>
                      <a:gd name="connsiteY39" fmla="*/ 1368693 h 1894887"/>
                      <a:gd name="connsiteX40" fmla="*/ 643275 w 2764550"/>
                      <a:gd name="connsiteY40" fmla="*/ 1291572 h 1894887"/>
                      <a:gd name="connsiteX41" fmla="*/ 407837 w 2764550"/>
                      <a:gd name="connsiteY41" fmla="*/ 1348046 h 1894887"/>
                      <a:gd name="connsiteX42" fmla="*/ 385333 w 2764550"/>
                      <a:gd name="connsiteY42" fmla="*/ 1384820 h 1894887"/>
                      <a:gd name="connsiteX43" fmla="*/ 1448 w 2764550"/>
                      <a:gd name="connsiteY43" fmla="*/ 1184257 h 1894887"/>
                      <a:gd name="connsiteX44" fmla="*/ 51072 w 2764550"/>
                      <a:gd name="connsiteY44" fmla="*/ 43756 h 1894887"/>
                      <a:gd name="connsiteX45" fmla="*/ 65859 w 2764550"/>
                      <a:gd name="connsiteY45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2043155 w 2764550"/>
                      <a:gd name="connsiteY21" fmla="*/ 1744080 h 1894887"/>
                      <a:gd name="connsiteX22" fmla="*/ 1928414 w 2764550"/>
                      <a:gd name="connsiteY22" fmla="*/ 1801075 h 1894887"/>
                      <a:gd name="connsiteX23" fmla="*/ 1495974 w 2764550"/>
                      <a:gd name="connsiteY23" fmla="*/ 1532320 h 1894887"/>
                      <a:gd name="connsiteX24" fmla="*/ 1454266 w 2764550"/>
                      <a:gd name="connsiteY24" fmla="*/ 1542056 h 1894887"/>
                      <a:gd name="connsiteX25" fmla="*/ 1464002 w 2764550"/>
                      <a:gd name="connsiteY25" fmla="*/ 1583764 h 1894887"/>
                      <a:gd name="connsiteX26" fmla="*/ 1859640 w 2764550"/>
                      <a:gd name="connsiteY26" fmla="*/ 1829648 h 1894887"/>
                      <a:gd name="connsiteX27" fmla="*/ 1783043 w 2764550"/>
                      <a:gd name="connsiteY27" fmla="*/ 1859037 h 1894887"/>
                      <a:gd name="connsiteX28" fmla="*/ 1576068 w 2764550"/>
                      <a:gd name="connsiteY28" fmla="*/ 1894478 h 1894887"/>
                      <a:gd name="connsiteX29" fmla="*/ 1548759 w 2764550"/>
                      <a:gd name="connsiteY29" fmla="*/ 1889804 h 1894887"/>
                      <a:gd name="connsiteX30" fmla="*/ 1408967 w 2764550"/>
                      <a:gd name="connsiteY30" fmla="*/ 1818448 h 1894887"/>
                      <a:gd name="connsiteX31" fmla="*/ 1294383 w 2764550"/>
                      <a:gd name="connsiteY31" fmla="*/ 1754060 h 1894887"/>
                      <a:gd name="connsiteX32" fmla="*/ 1189459 w 2764550"/>
                      <a:gd name="connsiteY32" fmla="*/ 1664198 h 1894887"/>
                      <a:gd name="connsiteX33" fmla="*/ 1133784 w 2764550"/>
                      <a:gd name="connsiteY33" fmla="*/ 1643550 h 1894887"/>
                      <a:gd name="connsiteX34" fmla="*/ 1100739 w 2764550"/>
                      <a:gd name="connsiteY34" fmla="*/ 1644836 h 1894887"/>
                      <a:gd name="connsiteX35" fmla="*/ 1109399 w 2764550"/>
                      <a:gd name="connsiteY35" fmla="*/ 1587811 h 1894887"/>
                      <a:gd name="connsiteX36" fmla="*/ 965681 w 2764550"/>
                      <a:gd name="connsiteY36" fmla="*/ 1392963 h 1894887"/>
                      <a:gd name="connsiteX37" fmla="*/ 798205 w 2764550"/>
                      <a:gd name="connsiteY37" fmla="*/ 1400129 h 1894887"/>
                      <a:gd name="connsiteX38" fmla="*/ 770517 w 2764550"/>
                      <a:gd name="connsiteY38" fmla="*/ 1416390 h 1894887"/>
                      <a:gd name="connsiteX39" fmla="*/ 745487 w 2764550"/>
                      <a:gd name="connsiteY39" fmla="*/ 1368693 h 1894887"/>
                      <a:gd name="connsiteX40" fmla="*/ 643275 w 2764550"/>
                      <a:gd name="connsiteY40" fmla="*/ 1291572 h 1894887"/>
                      <a:gd name="connsiteX41" fmla="*/ 407837 w 2764550"/>
                      <a:gd name="connsiteY41" fmla="*/ 1348046 h 1894887"/>
                      <a:gd name="connsiteX42" fmla="*/ 385333 w 2764550"/>
                      <a:gd name="connsiteY42" fmla="*/ 1384820 h 1894887"/>
                      <a:gd name="connsiteX43" fmla="*/ 1448 w 2764550"/>
                      <a:gd name="connsiteY43" fmla="*/ 1184257 h 1894887"/>
                      <a:gd name="connsiteX44" fmla="*/ 51072 w 2764550"/>
                      <a:gd name="connsiteY44" fmla="*/ 43756 h 1894887"/>
                      <a:gd name="connsiteX45" fmla="*/ 65859 w 2764550"/>
                      <a:gd name="connsiteY45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1928414 w 2764550"/>
                      <a:gd name="connsiteY21" fmla="*/ 1801075 h 1894887"/>
                      <a:gd name="connsiteX22" fmla="*/ 1495974 w 2764550"/>
                      <a:gd name="connsiteY22" fmla="*/ 1532320 h 1894887"/>
                      <a:gd name="connsiteX23" fmla="*/ 1454266 w 2764550"/>
                      <a:gd name="connsiteY23" fmla="*/ 1542056 h 1894887"/>
                      <a:gd name="connsiteX24" fmla="*/ 1464002 w 2764550"/>
                      <a:gd name="connsiteY24" fmla="*/ 1583764 h 1894887"/>
                      <a:gd name="connsiteX25" fmla="*/ 1859640 w 2764550"/>
                      <a:gd name="connsiteY25" fmla="*/ 1829648 h 1894887"/>
                      <a:gd name="connsiteX26" fmla="*/ 1783043 w 2764550"/>
                      <a:gd name="connsiteY26" fmla="*/ 1859037 h 1894887"/>
                      <a:gd name="connsiteX27" fmla="*/ 1576068 w 2764550"/>
                      <a:gd name="connsiteY27" fmla="*/ 1894478 h 1894887"/>
                      <a:gd name="connsiteX28" fmla="*/ 1548759 w 2764550"/>
                      <a:gd name="connsiteY28" fmla="*/ 1889804 h 1894887"/>
                      <a:gd name="connsiteX29" fmla="*/ 1408967 w 2764550"/>
                      <a:gd name="connsiteY29" fmla="*/ 1818448 h 1894887"/>
                      <a:gd name="connsiteX30" fmla="*/ 1294383 w 2764550"/>
                      <a:gd name="connsiteY30" fmla="*/ 1754060 h 1894887"/>
                      <a:gd name="connsiteX31" fmla="*/ 1189459 w 2764550"/>
                      <a:gd name="connsiteY31" fmla="*/ 1664198 h 1894887"/>
                      <a:gd name="connsiteX32" fmla="*/ 1133784 w 2764550"/>
                      <a:gd name="connsiteY32" fmla="*/ 1643550 h 1894887"/>
                      <a:gd name="connsiteX33" fmla="*/ 1100739 w 2764550"/>
                      <a:gd name="connsiteY33" fmla="*/ 1644836 h 1894887"/>
                      <a:gd name="connsiteX34" fmla="*/ 1109399 w 2764550"/>
                      <a:gd name="connsiteY34" fmla="*/ 1587811 h 1894887"/>
                      <a:gd name="connsiteX35" fmla="*/ 965681 w 2764550"/>
                      <a:gd name="connsiteY35" fmla="*/ 1392963 h 1894887"/>
                      <a:gd name="connsiteX36" fmla="*/ 798205 w 2764550"/>
                      <a:gd name="connsiteY36" fmla="*/ 1400129 h 1894887"/>
                      <a:gd name="connsiteX37" fmla="*/ 770517 w 2764550"/>
                      <a:gd name="connsiteY37" fmla="*/ 1416390 h 1894887"/>
                      <a:gd name="connsiteX38" fmla="*/ 745487 w 2764550"/>
                      <a:gd name="connsiteY38" fmla="*/ 1368693 h 1894887"/>
                      <a:gd name="connsiteX39" fmla="*/ 643275 w 2764550"/>
                      <a:gd name="connsiteY39" fmla="*/ 1291572 h 1894887"/>
                      <a:gd name="connsiteX40" fmla="*/ 407837 w 2764550"/>
                      <a:gd name="connsiteY40" fmla="*/ 1348046 h 1894887"/>
                      <a:gd name="connsiteX41" fmla="*/ 385333 w 2764550"/>
                      <a:gd name="connsiteY41" fmla="*/ 1384820 h 1894887"/>
                      <a:gd name="connsiteX42" fmla="*/ 1448 w 2764550"/>
                      <a:gd name="connsiteY42" fmla="*/ 1184257 h 1894887"/>
                      <a:gd name="connsiteX43" fmla="*/ 51072 w 2764550"/>
                      <a:gd name="connsiteY43" fmla="*/ 43756 h 1894887"/>
                      <a:gd name="connsiteX44" fmla="*/ 65859 w 2764550"/>
                      <a:gd name="connsiteY44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1928414 w 2764550"/>
                      <a:gd name="connsiteY21" fmla="*/ 1801075 h 1894887"/>
                      <a:gd name="connsiteX22" fmla="*/ 1495974 w 2764550"/>
                      <a:gd name="connsiteY22" fmla="*/ 1532320 h 1894887"/>
                      <a:gd name="connsiteX23" fmla="*/ 1454266 w 2764550"/>
                      <a:gd name="connsiteY23" fmla="*/ 1542056 h 1894887"/>
                      <a:gd name="connsiteX24" fmla="*/ 1464002 w 2764550"/>
                      <a:gd name="connsiteY24" fmla="*/ 1583764 h 1894887"/>
                      <a:gd name="connsiteX25" fmla="*/ 1859640 w 2764550"/>
                      <a:gd name="connsiteY25" fmla="*/ 1829648 h 1894887"/>
                      <a:gd name="connsiteX26" fmla="*/ 1783043 w 2764550"/>
                      <a:gd name="connsiteY26" fmla="*/ 1859037 h 1894887"/>
                      <a:gd name="connsiteX27" fmla="*/ 1576068 w 2764550"/>
                      <a:gd name="connsiteY27" fmla="*/ 1894478 h 1894887"/>
                      <a:gd name="connsiteX28" fmla="*/ 1548759 w 2764550"/>
                      <a:gd name="connsiteY28" fmla="*/ 1889804 h 1894887"/>
                      <a:gd name="connsiteX29" fmla="*/ 1408967 w 2764550"/>
                      <a:gd name="connsiteY29" fmla="*/ 1818448 h 1894887"/>
                      <a:gd name="connsiteX30" fmla="*/ 1294383 w 2764550"/>
                      <a:gd name="connsiteY30" fmla="*/ 1754060 h 1894887"/>
                      <a:gd name="connsiteX31" fmla="*/ 1189459 w 2764550"/>
                      <a:gd name="connsiteY31" fmla="*/ 1664198 h 1894887"/>
                      <a:gd name="connsiteX32" fmla="*/ 1133784 w 2764550"/>
                      <a:gd name="connsiteY32" fmla="*/ 1643550 h 1894887"/>
                      <a:gd name="connsiteX33" fmla="*/ 1100739 w 2764550"/>
                      <a:gd name="connsiteY33" fmla="*/ 1644836 h 1894887"/>
                      <a:gd name="connsiteX34" fmla="*/ 1109399 w 2764550"/>
                      <a:gd name="connsiteY34" fmla="*/ 1587811 h 1894887"/>
                      <a:gd name="connsiteX35" fmla="*/ 965681 w 2764550"/>
                      <a:gd name="connsiteY35" fmla="*/ 1392963 h 1894887"/>
                      <a:gd name="connsiteX36" fmla="*/ 798205 w 2764550"/>
                      <a:gd name="connsiteY36" fmla="*/ 1400129 h 1894887"/>
                      <a:gd name="connsiteX37" fmla="*/ 770517 w 2764550"/>
                      <a:gd name="connsiteY37" fmla="*/ 1416390 h 1894887"/>
                      <a:gd name="connsiteX38" fmla="*/ 745487 w 2764550"/>
                      <a:gd name="connsiteY38" fmla="*/ 1368693 h 1894887"/>
                      <a:gd name="connsiteX39" fmla="*/ 643275 w 2764550"/>
                      <a:gd name="connsiteY39" fmla="*/ 1291572 h 1894887"/>
                      <a:gd name="connsiteX40" fmla="*/ 407837 w 2764550"/>
                      <a:gd name="connsiteY40" fmla="*/ 1348046 h 1894887"/>
                      <a:gd name="connsiteX41" fmla="*/ 385333 w 2764550"/>
                      <a:gd name="connsiteY41" fmla="*/ 1384820 h 1894887"/>
                      <a:gd name="connsiteX42" fmla="*/ 1448 w 2764550"/>
                      <a:gd name="connsiteY42" fmla="*/ 1184257 h 1894887"/>
                      <a:gd name="connsiteX43" fmla="*/ 51072 w 2764550"/>
                      <a:gd name="connsiteY43" fmla="*/ 43756 h 1894887"/>
                      <a:gd name="connsiteX44" fmla="*/ 65859 w 2764550"/>
                      <a:gd name="connsiteY44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1928414 w 2764550"/>
                      <a:gd name="connsiteY21" fmla="*/ 1801075 h 1894887"/>
                      <a:gd name="connsiteX22" fmla="*/ 1495974 w 2764550"/>
                      <a:gd name="connsiteY22" fmla="*/ 1532320 h 1894887"/>
                      <a:gd name="connsiteX23" fmla="*/ 1454266 w 2764550"/>
                      <a:gd name="connsiteY23" fmla="*/ 1542056 h 1894887"/>
                      <a:gd name="connsiteX24" fmla="*/ 1464002 w 2764550"/>
                      <a:gd name="connsiteY24" fmla="*/ 1583764 h 1894887"/>
                      <a:gd name="connsiteX25" fmla="*/ 1859640 w 2764550"/>
                      <a:gd name="connsiteY25" fmla="*/ 1829648 h 1894887"/>
                      <a:gd name="connsiteX26" fmla="*/ 1783043 w 2764550"/>
                      <a:gd name="connsiteY26" fmla="*/ 1859037 h 1894887"/>
                      <a:gd name="connsiteX27" fmla="*/ 1576068 w 2764550"/>
                      <a:gd name="connsiteY27" fmla="*/ 1894478 h 1894887"/>
                      <a:gd name="connsiteX28" fmla="*/ 1548759 w 2764550"/>
                      <a:gd name="connsiteY28" fmla="*/ 1889804 h 1894887"/>
                      <a:gd name="connsiteX29" fmla="*/ 1408967 w 2764550"/>
                      <a:gd name="connsiteY29" fmla="*/ 1818448 h 1894887"/>
                      <a:gd name="connsiteX30" fmla="*/ 1294383 w 2764550"/>
                      <a:gd name="connsiteY30" fmla="*/ 1754060 h 1894887"/>
                      <a:gd name="connsiteX31" fmla="*/ 1189459 w 2764550"/>
                      <a:gd name="connsiteY31" fmla="*/ 1664198 h 1894887"/>
                      <a:gd name="connsiteX32" fmla="*/ 1133784 w 2764550"/>
                      <a:gd name="connsiteY32" fmla="*/ 1643550 h 1894887"/>
                      <a:gd name="connsiteX33" fmla="*/ 1100739 w 2764550"/>
                      <a:gd name="connsiteY33" fmla="*/ 1644836 h 1894887"/>
                      <a:gd name="connsiteX34" fmla="*/ 1109399 w 2764550"/>
                      <a:gd name="connsiteY34" fmla="*/ 1587811 h 1894887"/>
                      <a:gd name="connsiteX35" fmla="*/ 965681 w 2764550"/>
                      <a:gd name="connsiteY35" fmla="*/ 1392963 h 1894887"/>
                      <a:gd name="connsiteX36" fmla="*/ 798205 w 2764550"/>
                      <a:gd name="connsiteY36" fmla="*/ 1400129 h 1894887"/>
                      <a:gd name="connsiteX37" fmla="*/ 770517 w 2764550"/>
                      <a:gd name="connsiteY37" fmla="*/ 1416390 h 1894887"/>
                      <a:gd name="connsiteX38" fmla="*/ 745487 w 2764550"/>
                      <a:gd name="connsiteY38" fmla="*/ 1368693 h 1894887"/>
                      <a:gd name="connsiteX39" fmla="*/ 643275 w 2764550"/>
                      <a:gd name="connsiteY39" fmla="*/ 1291572 h 1894887"/>
                      <a:gd name="connsiteX40" fmla="*/ 407837 w 2764550"/>
                      <a:gd name="connsiteY40" fmla="*/ 1348046 h 1894887"/>
                      <a:gd name="connsiteX41" fmla="*/ 385333 w 2764550"/>
                      <a:gd name="connsiteY41" fmla="*/ 1384820 h 1894887"/>
                      <a:gd name="connsiteX42" fmla="*/ 1448 w 2764550"/>
                      <a:gd name="connsiteY42" fmla="*/ 1184257 h 1894887"/>
                      <a:gd name="connsiteX43" fmla="*/ 51072 w 2764550"/>
                      <a:gd name="connsiteY43" fmla="*/ 43756 h 1894887"/>
                      <a:gd name="connsiteX44" fmla="*/ 65859 w 2764550"/>
                      <a:gd name="connsiteY44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1928414 w 2764550"/>
                      <a:gd name="connsiteY21" fmla="*/ 1801075 h 1894887"/>
                      <a:gd name="connsiteX22" fmla="*/ 1495974 w 2764550"/>
                      <a:gd name="connsiteY22" fmla="*/ 1532320 h 1894887"/>
                      <a:gd name="connsiteX23" fmla="*/ 1454266 w 2764550"/>
                      <a:gd name="connsiteY23" fmla="*/ 1542056 h 1894887"/>
                      <a:gd name="connsiteX24" fmla="*/ 1464002 w 2764550"/>
                      <a:gd name="connsiteY24" fmla="*/ 1583764 h 1894887"/>
                      <a:gd name="connsiteX25" fmla="*/ 1859640 w 2764550"/>
                      <a:gd name="connsiteY25" fmla="*/ 1829648 h 1894887"/>
                      <a:gd name="connsiteX26" fmla="*/ 1783043 w 2764550"/>
                      <a:gd name="connsiteY26" fmla="*/ 1859037 h 1894887"/>
                      <a:gd name="connsiteX27" fmla="*/ 1576068 w 2764550"/>
                      <a:gd name="connsiteY27" fmla="*/ 1894478 h 1894887"/>
                      <a:gd name="connsiteX28" fmla="*/ 1548759 w 2764550"/>
                      <a:gd name="connsiteY28" fmla="*/ 1889804 h 1894887"/>
                      <a:gd name="connsiteX29" fmla="*/ 1408967 w 2764550"/>
                      <a:gd name="connsiteY29" fmla="*/ 1818448 h 1894887"/>
                      <a:gd name="connsiteX30" fmla="*/ 1294383 w 2764550"/>
                      <a:gd name="connsiteY30" fmla="*/ 1754060 h 1894887"/>
                      <a:gd name="connsiteX31" fmla="*/ 1189459 w 2764550"/>
                      <a:gd name="connsiteY31" fmla="*/ 1664198 h 1894887"/>
                      <a:gd name="connsiteX32" fmla="*/ 1133784 w 2764550"/>
                      <a:gd name="connsiteY32" fmla="*/ 1643550 h 1894887"/>
                      <a:gd name="connsiteX33" fmla="*/ 1100739 w 2764550"/>
                      <a:gd name="connsiteY33" fmla="*/ 1644836 h 1894887"/>
                      <a:gd name="connsiteX34" fmla="*/ 1109399 w 2764550"/>
                      <a:gd name="connsiteY34" fmla="*/ 1587811 h 1894887"/>
                      <a:gd name="connsiteX35" fmla="*/ 965681 w 2764550"/>
                      <a:gd name="connsiteY35" fmla="*/ 1392963 h 1894887"/>
                      <a:gd name="connsiteX36" fmla="*/ 798205 w 2764550"/>
                      <a:gd name="connsiteY36" fmla="*/ 1400129 h 1894887"/>
                      <a:gd name="connsiteX37" fmla="*/ 770517 w 2764550"/>
                      <a:gd name="connsiteY37" fmla="*/ 1416390 h 1894887"/>
                      <a:gd name="connsiteX38" fmla="*/ 745487 w 2764550"/>
                      <a:gd name="connsiteY38" fmla="*/ 1368693 h 1894887"/>
                      <a:gd name="connsiteX39" fmla="*/ 643275 w 2764550"/>
                      <a:gd name="connsiteY39" fmla="*/ 1291572 h 1894887"/>
                      <a:gd name="connsiteX40" fmla="*/ 407837 w 2764550"/>
                      <a:gd name="connsiteY40" fmla="*/ 1348046 h 1894887"/>
                      <a:gd name="connsiteX41" fmla="*/ 385333 w 2764550"/>
                      <a:gd name="connsiteY41" fmla="*/ 1384820 h 1894887"/>
                      <a:gd name="connsiteX42" fmla="*/ 1448 w 2764550"/>
                      <a:gd name="connsiteY42" fmla="*/ 1184257 h 1894887"/>
                      <a:gd name="connsiteX43" fmla="*/ 51072 w 2764550"/>
                      <a:gd name="connsiteY43" fmla="*/ 43756 h 1894887"/>
                      <a:gd name="connsiteX44" fmla="*/ 65859 w 2764550"/>
                      <a:gd name="connsiteY44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1928414 w 2764550"/>
                      <a:gd name="connsiteY21" fmla="*/ 1801075 h 1894887"/>
                      <a:gd name="connsiteX22" fmla="*/ 1495974 w 2764550"/>
                      <a:gd name="connsiteY22" fmla="*/ 1532320 h 1894887"/>
                      <a:gd name="connsiteX23" fmla="*/ 1454266 w 2764550"/>
                      <a:gd name="connsiteY23" fmla="*/ 1542056 h 1894887"/>
                      <a:gd name="connsiteX24" fmla="*/ 1464002 w 2764550"/>
                      <a:gd name="connsiteY24" fmla="*/ 1583764 h 1894887"/>
                      <a:gd name="connsiteX25" fmla="*/ 1859640 w 2764550"/>
                      <a:gd name="connsiteY25" fmla="*/ 1829648 h 1894887"/>
                      <a:gd name="connsiteX26" fmla="*/ 1783043 w 2764550"/>
                      <a:gd name="connsiteY26" fmla="*/ 1859037 h 1894887"/>
                      <a:gd name="connsiteX27" fmla="*/ 1576068 w 2764550"/>
                      <a:gd name="connsiteY27" fmla="*/ 1894478 h 1894887"/>
                      <a:gd name="connsiteX28" fmla="*/ 1548759 w 2764550"/>
                      <a:gd name="connsiteY28" fmla="*/ 1889804 h 1894887"/>
                      <a:gd name="connsiteX29" fmla="*/ 1408967 w 2764550"/>
                      <a:gd name="connsiteY29" fmla="*/ 1818448 h 1894887"/>
                      <a:gd name="connsiteX30" fmla="*/ 1294383 w 2764550"/>
                      <a:gd name="connsiteY30" fmla="*/ 1754060 h 1894887"/>
                      <a:gd name="connsiteX31" fmla="*/ 1189459 w 2764550"/>
                      <a:gd name="connsiteY31" fmla="*/ 1664198 h 1894887"/>
                      <a:gd name="connsiteX32" fmla="*/ 1133784 w 2764550"/>
                      <a:gd name="connsiteY32" fmla="*/ 1643550 h 1894887"/>
                      <a:gd name="connsiteX33" fmla="*/ 1100739 w 2764550"/>
                      <a:gd name="connsiteY33" fmla="*/ 1644836 h 1894887"/>
                      <a:gd name="connsiteX34" fmla="*/ 1109399 w 2764550"/>
                      <a:gd name="connsiteY34" fmla="*/ 1587811 h 1894887"/>
                      <a:gd name="connsiteX35" fmla="*/ 965681 w 2764550"/>
                      <a:gd name="connsiteY35" fmla="*/ 1392963 h 1894887"/>
                      <a:gd name="connsiteX36" fmla="*/ 798205 w 2764550"/>
                      <a:gd name="connsiteY36" fmla="*/ 1400129 h 1894887"/>
                      <a:gd name="connsiteX37" fmla="*/ 770517 w 2764550"/>
                      <a:gd name="connsiteY37" fmla="*/ 1416390 h 1894887"/>
                      <a:gd name="connsiteX38" fmla="*/ 745487 w 2764550"/>
                      <a:gd name="connsiteY38" fmla="*/ 1368693 h 1894887"/>
                      <a:gd name="connsiteX39" fmla="*/ 643275 w 2764550"/>
                      <a:gd name="connsiteY39" fmla="*/ 1291572 h 1894887"/>
                      <a:gd name="connsiteX40" fmla="*/ 407837 w 2764550"/>
                      <a:gd name="connsiteY40" fmla="*/ 1348046 h 1894887"/>
                      <a:gd name="connsiteX41" fmla="*/ 385333 w 2764550"/>
                      <a:gd name="connsiteY41" fmla="*/ 1384820 h 1894887"/>
                      <a:gd name="connsiteX42" fmla="*/ 1448 w 2764550"/>
                      <a:gd name="connsiteY42" fmla="*/ 1184257 h 1894887"/>
                      <a:gd name="connsiteX43" fmla="*/ 51072 w 2764550"/>
                      <a:gd name="connsiteY43" fmla="*/ 43756 h 1894887"/>
                      <a:gd name="connsiteX44" fmla="*/ 65859 w 2764550"/>
                      <a:gd name="connsiteY44" fmla="*/ 20886 h 1894887"/>
                      <a:gd name="connsiteX0" fmla="*/ 65859 w 2764550"/>
                      <a:gd name="connsiteY0" fmla="*/ 20886 h 1894887"/>
                      <a:gd name="connsiteX1" fmla="*/ 161810 w 2764550"/>
                      <a:gd name="connsiteY1" fmla="*/ 37062 h 1894887"/>
                      <a:gd name="connsiteX2" fmla="*/ 376165 w 2764550"/>
                      <a:gd name="connsiteY2" fmla="*/ 15896 h 1894887"/>
                      <a:gd name="connsiteX3" fmla="*/ 196496 w 2764550"/>
                      <a:gd name="connsiteY3" fmla="*/ 309116 h 1894887"/>
                      <a:gd name="connsiteX4" fmla="*/ 548102 w 2764550"/>
                      <a:gd name="connsiteY4" fmla="*/ 392377 h 1894887"/>
                      <a:gd name="connsiteX5" fmla="*/ 883434 w 2764550"/>
                      <a:gd name="connsiteY5" fmla="*/ 126440 h 1894887"/>
                      <a:gd name="connsiteX6" fmla="*/ 1101214 w 2764550"/>
                      <a:gd name="connsiteY6" fmla="*/ 17319 h 1894887"/>
                      <a:gd name="connsiteX7" fmla="*/ 1224864 w 2764550"/>
                      <a:gd name="connsiteY7" fmla="*/ 10130 h 1894887"/>
                      <a:gd name="connsiteX8" fmla="*/ 1975445 w 2764550"/>
                      <a:gd name="connsiteY8" fmla="*/ 342639 h 1894887"/>
                      <a:gd name="connsiteX9" fmla="*/ 2754658 w 2764550"/>
                      <a:gd name="connsiteY9" fmla="*/ 955078 h 1894887"/>
                      <a:gd name="connsiteX10" fmla="*/ 2620780 w 2764550"/>
                      <a:gd name="connsiteY10" fmla="*/ 1240325 h 1894887"/>
                      <a:gd name="connsiteX11" fmla="*/ 2618663 w 2764550"/>
                      <a:gd name="connsiteY11" fmla="*/ 1243020 h 1894887"/>
                      <a:gd name="connsiteX12" fmla="*/ 1977948 w 2764550"/>
                      <a:gd name="connsiteY12" fmla="*/ 842341 h 1894887"/>
                      <a:gd name="connsiteX13" fmla="*/ 1936214 w 2764550"/>
                      <a:gd name="connsiteY13" fmla="*/ 851961 h 1894887"/>
                      <a:gd name="connsiteX14" fmla="*/ 1945833 w 2764550"/>
                      <a:gd name="connsiteY14" fmla="*/ 893696 h 1894887"/>
                      <a:gd name="connsiteX15" fmla="*/ 2581032 w 2764550"/>
                      <a:gd name="connsiteY15" fmla="*/ 1290925 h 1894887"/>
                      <a:gd name="connsiteX16" fmla="*/ 2247976 w 2764550"/>
                      <a:gd name="connsiteY16" fmla="*/ 1611612 h 1894887"/>
                      <a:gd name="connsiteX17" fmla="*/ 1747417 w 2764550"/>
                      <a:gd name="connsiteY17" fmla="*/ 1260470 h 1894887"/>
                      <a:gd name="connsiteX18" fmla="*/ 1705231 w 2764550"/>
                      <a:gd name="connsiteY18" fmla="*/ 1267870 h 1894887"/>
                      <a:gd name="connsiteX19" fmla="*/ 1712632 w 2764550"/>
                      <a:gd name="connsiteY19" fmla="*/ 1310056 h 1894887"/>
                      <a:gd name="connsiteX20" fmla="*/ 2195264 w 2764550"/>
                      <a:gd name="connsiteY20" fmla="*/ 1648622 h 1894887"/>
                      <a:gd name="connsiteX21" fmla="*/ 1928414 w 2764550"/>
                      <a:gd name="connsiteY21" fmla="*/ 1801075 h 1894887"/>
                      <a:gd name="connsiteX22" fmla="*/ 1495974 w 2764550"/>
                      <a:gd name="connsiteY22" fmla="*/ 1532320 h 1894887"/>
                      <a:gd name="connsiteX23" fmla="*/ 1454266 w 2764550"/>
                      <a:gd name="connsiteY23" fmla="*/ 1542056 h 1894887"/>
                      <a:gd name="connsiteX24" fmla="*/ 1464002 w 2764550"/>
                      <a:gd name="connsiteY24" fmla="*/ 1583764 h 1894887"/>
                      <a:gd name="connsiteX25" fmla="*/ 1859640 w 2764550"/>
                      <a:gd name="connsiteY25" fmla="*/ 1829648 h 1894887"/>
                      <a:gd name="connsiteX26" fmla="*/ 1783043 w 2764550"/>
                      <a:gd name="connsiteY26" fmla="*/ 1859037 h 1894887"/>
                      <a:gd name="connsiteX27" fmla="*/ 1576068 w 2764550"/>
                      <a:gd name="connsiteY27" fmla="*/ 1894478 h 1894887"/>
                      <a:gd name="connsiteX28" fmla="*/ 1548759 w 2764550"/>
                      <a:gd name="connsiteY28" fmla="*/ 1889804 h 1894887"/>
                      <a:gd name="connsiteX29" fmla="*/ 1408967 w 2764550"/>
                      <a:gd name="connsiteY29" fmla="*/ 1818448 h 1894887"/>
                      <a:gd name="connsiteX30" fmla="*/ 1294383 w 2764550"/>
                      <a:gd name="connsiteY30" fmla="*/ 1754060 h 1894887"/>
                      <a:gd name="connsiteX31" fmla="*/ 1189459 w 2764550"/>
                      <a:gd name="connsiteY31" fmla="*/ 1664198 h 1894887"/>
                      <a:gd name="connsiteX32" fmla="*/ 1133784 w 2764550"/>
                      <a:gd name="connsiteY32" fmla="*/ 1643550 h 1894887"/>
                      <a:gd name="connsiteX33" fmla="*/ 1100739 w 2764550"/>
                      <a:gd name="connsiteY33" fmla="*/ 1644836 h 1894887"/>
                      <a:gd name="connsiteX34" fmla="*/ 1109399 w 2764550"/>
                      <a:gd name="connsiteY34" fmla="*/ 1587811 h 1894887"/>
                      <a:gd name="connsiteX35" fmla="*/ 965681 w 2764550"/>
                      <a:gd name="connsiteY35" fmla="*/ 1392963 h 1894887"/>
                      <a:gd name="connsiteX36" fmla="*/ 798205 w 2764550"/>
                      <a:gd name="connsiteY36" fmla="*/ 1400129 h 1894887"/>
                      <a:gd name="connsiteX37" fmla="*/ 770517 w 2764550"/>
                      <a:gd name="connsiteY37" fmla="*/ 1416390 h 1894887"/>
                      <a:gd name="connsiteX38" fmla="*/ 745487 w 2764550"/>
                      <a:gd name="connsiteY38" fmla="*/ 1368693 h 1894887"/>
                      <a:gd name="connsiteX39" fmla="*/ 643275 w 2764550"/>
                      <a:gd name="connsiteY39" fmla="*/ 1291572 h 1894887"/>
                      <a:gd name="connsiteX40" fmla="*/ 407837 w 2764550"/>
                      <a:gd name="connsiteY40" fmla="*/ 1348046 h 1894887"/>
                      <a:gd name="connsiteX41" fmla="*/ 385333 w 2764550"/>
                      <a:gd name="connsiteY41" fmla="*/ 1384820 h 1894887"/>
                      <a:gd name="connsiteX42" fmla="*/ 1448 w 2764550"/>
                      <a:gd name="connsiteY42" fmla="*/ 1184257 h 1894887"/>
                      <a:gd name="connsiteX43" fmla="*/ 51072 w 2764550"/>
                      <a:gd name="connsiteY43" fmla="*/ 43756 h 1894887"/>
                      <a:gd name="connsiteX44" fmla="*/ 65859 w 2764550"/>
                      <a:gd name="connsiteY44" fmla="*/ 20886 h 1894887"/>
                      <a:gd name="connsiteX0" fmla="*/ 65859 w 2808079"/>
                      <a:gd name="connsiteY0" fmla="*/ 20886 h 1894887"/>
                      <a:gd name="connsiteX1" fmla="*/ 161810 w 2808079"/>
                      <a:gd name="connsiteY1" fmla="*/ 37062 h 1894887"/>
                      <a:gd name="connsiteX2" fmla="*/ 376165 w 2808079"/>
                      <a:gd name="connsiteY2" fmla="*/ 15896 h 1894887"/>
                      <a:gd name="connsiteX3" fmla="*/ 196496 w 2808079"/>
                      <a:gd name="connsiteY3" fmla="*/ 309116 h 1894887"/>
                      <a:gd name="connsiteX4" fmla="*/ 548102 w 2808079"/>
                      <a:gd name="connsiteY4" fmla="*/ 392377 h 1894887"/>
                      <a:gd name="connsiteX5" fmla="*/ 883434 w 2808079"/>
                      <a:gd name="connsiteY5" fmla="*/ 126440 h 1894887"/>
                      <a:gd name="connsiteX6" fmla="*/ 1101214 w 2808079"/>
                      <a:gd name="connsiteY6" fmla="*/ 17319 h 1894887"/>
                      <a:gd name="connsiteX7" fmla="*/ 1224864 w 2808079"/>
                      <a:gd name="connsiteY7" fmla="*/ 10130 h 1894887"/>
                      <a:gd name="connsiteX8" fmla="*/ 1975445 w 2808079"/>
                      <a:gd name="connsiteY8" fmla="*/ 342639 h 1894887"/>
                      <a:gd name="connsiteX9" fmla="*/ 2799152 w 2808079"/>
                      <a:gd name="connsiteY9" fmla="*/ 969836 h 1894887"/>
                      <a:gd name="connsiteX10" fmla="*/ 2620780 w 2808079"/>
                      <a:gd name="connsiteY10" fmla="*/ 1240325 h 1894887"/>
                      <a:gd name="connsiteX11" fmla="*/ 2618663 w 2808079"/>
                      <a:gd name="connsiteY11" fmla="*/ 1243020 h 1894887"/>
                      <a:gd name="connsiteX12" fmla="*/ 1977948 w 2808079"/>
                      <a:gd name="connsiteY12" fmla="*/ 842341 h 1894887"/>
                      <a:gd name="connsiteX13" fmla="*/ 1936214 w 2808079"/>
                      <a:gd name="connsiteY13" fmla="*/ 851961 h 1894887"/>
                      <a:gd name="connsiteX14" fmla="*/ 1945833 w 2808079"/>
                      <a:gd name="connsiteY14" fmla="*/ 893696 h 1894887"/>
                      <a:gd name="connsiteX15" fmla="*/ 2581032 w 2808079"/>
                      <a:gd name="connsiteY15" fmla="*/ 1290925 h 1894887"/>
                      <a:gd name="connsiteX16" fmla="*/ 2247976 w 2808079"/>
                      <a:gd name="connsiteY16" fmla="*/ 1611612 h 1894887"/>
                      <a:gd name="connsiteX17" fmla="*/ 1747417 w 2808079"/>
                      <a:gd name="connsiteY17" fmla="*/ 1260470 h 1894887"/>
                      <a:gd name="connsiteX18" fmla="*/ 1705231 w 2808079"/>
                      <a:gd name="connsiteY18" fmla="*/ 1267870 h 1894887"/>
                      <a:gd name="connsiteX19" fmla="*/ 1712632 w 2808079"/>
                      <a:gd name="connsiteY19" fmla="*/ 1310056 h 1894887"/>
                      <a:gd name="connsiteX20" fmla="*/ 2195264 w 2808079"/>
                      <a:gd name="connsiteY20" fmla="*/ 1648622 h 1894887"/>
                      <a:gd name="connsiteX21" fmla="*/ 1928414 w 2808079"/>
                      <a:gd name="connsiteY21" fmla="*/ 1801075 h 1894887"/>
                      <a:gd name="connsiteX22" fmla="*/ 1495974 w 2808079"/>
                      <a:gd name="connsiteY22" fmla="*/ 1532320 h 1894887"/>
                      <a:gd name="connsiteX23" fmla="*/ 1454266 w 2808079"/>
                      <a:gd name="connsiteY23" fmla="*/ 1542056 h 1894887"/>
                      <a:gd name="connsiteX24" fmla="*/ 1464002 w 2808079"/>
                      <a:gd name="connsiteY24" fmla="*/ 1583764 h 1894887"/>
                      <a:gd name="connsiteX25" fmla="*/ 1859640 w 2808079"/>
                      <a:gd name="connsiteY25" fmla="*/ 1829648 h 1894887"/>
                      <a:gd name="connsiteX26" fmla="*/ 1783043 w 2808079"/>
                      <a:gd name="connsiteY26" fmla="*/ 1859037 h 1894887"/>
                      <a:gd name="connsiteX27" fmla="*/ 1576068 w 2808079"/>
                      <a:gd name="connsiteY27" fmla="*/ 1894478 h 1894887"/>
                      <a:gd name="connsiteX28" fmla="*/ 1548759 w 2808079"/>
                      <a:gd name="connsiteY28" fmla="*/ 1889804 h 1894887"/>
                      <a:gd name="connsiteX29" fmla="*/ 1408967 w 2808079"/>
                      <a:gd name="connsiteY29" fmla="*/ 1818448 h 1894887"/>
                      <a:gd name="connsiteX30" fmla="*/ 1294383 w 2808079"/>
                      <a:gd name="connsiteY30" fmla="*/ 1754060 h 1894887"/>
                      <a:gd name="connsiteX31" fmla="*/ 1189459 w 2808079"/>
                      <a:gd name="connsiteY31" fmla="*/ 1664198 h 1894887"/>
                      <a:gd name="connsiteX32" fmla="*/ 1133784 w 2808079"/>
                      <a:gd name="connsiteY32" fmla="*/ 1643550 h 1894887"/>
                      <a:gd name="connsiteX33" fmla="*/ 1100739 w 2808079"/>
                      <a:gd name="connsiteY33" fmla="*/ 1644836 h 1894887"/>
                      <a:gd name="connsiteX34" fmla="*/ 1109399 w 2808079"/>
                      <a:gd name="connsiteY34" fmla="*/ 1587811 h 1894887"/>
                      <a:gd name="connsiteX35" fmla="*/ 965681 w 2808079"/>
                      <a:gd name="connsiteY35" fmla="*/ 1392963 h 1894887"/>
                      <a:gd name="connsiteX36" fmla="*/ 798205 w 2808079"/>
                      <a:gd name="connsiteY36" fmla="*/ 1400129 h 1894887"/>
                      <a:gd name="connsiteX37" fmla="*/ 770517 w 2808079"/>
                      <a:gd name="connsiteY37" fmla="*/ 1416390 h 1894887"/>
                      <a:gd name="connsiteX38" fmla="*/ 745487 w 2808079"/>
                      <a:gd name="connsiteY38" fmla="*/ 1368693 h 1894887"/>
                      <a:gd name="connsiteX39" fmla="*/ 643275 w 2808079"/>
                      <a:gd name="connsiteY39" fmla="*/ 1291572 h 1894887"/>
                      <a:gd name="connsiteX40" fmla="*/ 407837 w 2808079"/>
                      <a:gd name="connsiteY40" fmla="*/ 1348046 h 1894887"/>
                      <a:gd name="connsiteX41" fmla="*/ 385333 w 2808079"/>
                      <a:gd name="connsiteY41" fmla="*/ 1384820 h 1894887"/>
                      <a:gd name="connsiteX42" fmla="*/ 1448 w 2808079"/>
                      <a:gd name="connsiteY42" fmla="*/ 1184257 h 1894887"/>
                      <a:gd name="connsiteX43" fmla="*/ 51072 w 2808079"/>
                      <a:gd name="connsiteY43" fmla="*/ 43756 h 1894887"/>
                      <a:gd name="connsiteX44" fmla="*/ 65859 w 2808079"/>
                      <a:gd name="connsiteY44" fmla="*/ 20886 h 1894887"/>
                      <a:gd name="connsiteX0" fmla="*/ 65859 w 2808079"/>
                      <a:gd name="connsiteY0" fmla="*/ 20886 h 1894887"/>
                      <a:gd name="connsiteX1" fmla="*/ 161810 w 2808079"/>
                      <a:gd name="connsiteY1" fmla="*/ 37062 h 1894887"/>
                      <a:gd name="connsiteX2" fmla="*/ 376165 w 2808079"/>
                      <a:gd name="connsiteY2" fmla="*/ 15896 h 1894887"/>
                      <a:gd name="connsiteX3" fmla="*/ 196496 w 2808079"/>
                      <a:gd name="connsiteY3" fmla="*/ 309116 h 1894887"/>
                      <a:gd name="connsiteX4" fmla="*/ 548102 w 2808079"/>
                      <a:gd name="connsiteY4" fmla="*/ 392377 h 1894887"/>
                      <a:gd name="connsiteX5" fmla="*/ 883434 w 2808079"/>
                      <a:gd name="connsiteY5" fmla="*/ 126440 h 1894887"/>
                      <a:gd name="connsiteX6" fmla="*/ 1101214 w 2808079"/>
                      <a:gd name="connsiteY6" fmla="*/ 17319 h 1894887"/>
                      <a:gd name="connsiteX7" fmla="*/ 1224864 w 2808079"/>
                      <a:gd name="connsiteY7" fmla="*/ 10130 h 1894887"/>
                      <a:gd name="connsiteX8" fmla="*/ 1975445 w 2808079"/>
                      <a:gd name="connsiteY8" fmla="*/ 342639 h 1894887"/>
                      <a:gd name="connsiteX9" fmla="*/ 2799152 w 2808079"/>
                      <a:gd name="connsiteY9" fmla="*/ 969836 h 1894887"/>
                      <a:gd name="connsiteX10" fmla="*/ 2620780 w 2808079"/>
                      <a:gd name="connsiteY10" fmla="*/ 1240325 h 1894887"/>
                      <a:gd name="connsiteX11" fmla="*/ 1977948 w 2808079"/>
                      <a:gd name="connsiteY11" fmla="*/ 842341 h 1894887"/>
                      <a:gd name="connsiteX12" fmla="*/ 1936214 w 2808079"/>
                      <a:gd name="connsiteY12" fmla="*/ 851961 h 1894887"/>
                      <a:gd name="connsiteX13" fmla="*/ 1945833 w 2808079"/>
                      <a:gd name="connsiteY13" fmla="*/ 893696 h 1894887"/>
                      <a:gd name="connsiteX14" fmla="*/ 2581032 w 2808079"/>
                      <a:gd name="connsiteY14" fmla="*/ 1290925 h 1894887"/>
                      <a:gd name="connsiteX15" fmla="*/ 2247976 w 2808079"/>
                      <a:gd name="connsiteY15" fmla="*/ 1611612 h 1894887"/>
                      <a:gd name="connsiteX16" fmla="*/ 1747417 w 2808079"/>
                      <a:gd name="connsiteY16" fmla="*/ 1260470 h 1894887"/>
                      <a:gd name="connsiteX17" fmla="*/ 1705231 w 2808079"/>
                      <a:gd name="connsiteY17" fmla="*/ 1267870 h 1894887"/>
                      <a:gd name="connsiteX18" fmla="*/ 1712632 w 2808079"/>
                      <a:gd name="connsiteY18" fmla="*/ 1310056 h 1894887"/>
                      <a:gd name="connsiteX19" fmla="*/ 2195264 w 2808079"/>
                      <a:gd name="connsiteY19" fmla="*/ 1648622 h 1894887"/>
                      <a:gd name="connsiteX20" fmla="*/ 1928414 w 2808079"/>
                      <a:gd name="connsiteY20" fmla="*/ 1801075 h 1894887"/>
                      <a:gd name="connsiteX21" fmla="*/ 1495974 w 2808079"/>
                      <a:gd name="connsiteY21" fmla="*/ 1532320 h 1894887"/>
                      <a:gd name="connsiteX22" fmla="*/ 1454266 w 2808079"/>
                      <a:gd name="connsiteY22" fmla="*/ 1542056 h 1894887"/>
                      <a:gd name="connsiteX23" fmla="*/ 1464002 w 2808079"/>
                      <a:gd name="connsiteY23" fmla="*/ 1583764 h 1894887"/>
                      <a:gd name="connsiteX24" fmla="*/ 1859640 w 2808079"/>
                      <a:gd name="connsiteY24" fmla="*/ 1829648 h 1894887"/>
                      <a:gd name="connsiteX25" fmla="*/ 1783043 w 2808079"/>
                      <a:gd name="connsiteY25" fmla="*/ 1859037 h 1894887"/>
                      <a:gd name="connsiteX26" fmla="*/ 1576068 w 2808079"/>
                      <a:gd name="connsiteY26" fmla="*/ 1894478 h 1894887"/>
                      <a:gd name="connsiteX27" fmla="*/ 1548759 w 2808079"/>
                      <a:gd name="connsiteY27" fmla="*/ 1889804 h 1894887"/>
                      <a:gd name="connsiteX28" fmla="*/ 1408967 w 2808079"/>
                      <a:gd name="connsiteY28" fmla="*/ 1818448 h 1894887"/>
                      <a:gd name="connsiteX29" fmla="*/ 1294383 w 2808079"/>
                      <a:gd name="connsiteY29" fmla="*/ 1754060 h 1894887"/>
                      <a:gd name="connsiteX30" fmla="*/ 1189459 w 2808079"/>
                      <a:gd name="connsiteY30" fmla="*/ 1664198 h 1894887"/>
                      <a:gd name="connsiteX31" fmla="*/ 1133784 w 2808079"/>
                      <a:gd name="connsiteY31" fmla="*/ 1643550 h 1894887"/>
                      <a:gd name="connsiteX32" fmla="*/ 1100739 w 2808079"/>
                      <a:gd name="connsiteY32" fmla="*/ 1644836 h 1894887"/>
                      <a:gd name="connsiteX33" fmla="*/ 1109399 w 2808079"/>
                      <a:gd name="connsiteY33" fmla="*/ 1587811 h 1894887"/>
                      <a:gd name="connsiteX34" fmla="*/ 965681 w 2808079"/>
                      <a:gd name="connsiteY34" fmla="*/ 1392963 h 1894887"/>
                      <a:gd name="connsiteX35" fmla="*/ 798205 w 2808079"/>
                      <a:gd name="connsiteY35" fmla="*/ 1400129 h 1894887"/>
                      <a:gd name="connsiteX36" fmla="*/ 770517 w 2808079"/>
                      <a:gd name="connsiteY36" fmla="*/ 1416390 h 1894887"/>
                      <a:gd name="connsiteX37" fmla="*/ 745487 w 2808079"/>
                      <a:gd name="connsiteY37" fmla="*/ 1368693 h 1894887"/>
                      <a:gd name="connsiteX38" fmla="*/ 643275 w 2808079"/>
                      <a:gd name="connsiteY38" fmla="*/ 1291572 h 1894887"/>
                      <a:gd name="connsiteX39" fmla="*/ 407837 w 2808079"/>
                      <a:gd name="connsiteY39" fmla="*/ 1348046 h 1894887"/>
                      <a:gd name="connsiteX40" fmla="*/ 385333 w 2808079"/>
                      <a:gd name="connsiteY40" fmla="*/ 1384820 h 1894887"/>
                      <a:gd name="connsiteX41" fmla="*/ 1448 w 2808079"/>
                      <a:gd name="connsiteY41" fmla="*/ 1184257 h 1894887"/>
                      <a:gd name="connsiteX42" fmla="*/ 51072 w 2808079"/>
                      <a:gd name="connsiteY42" fmla="*/ 43756 h 1894887"/>
                      <a:gd name="connsiteX43" fmla="*/ 65859 w 2808079"/>
                      <a:gd name="connsiteY43" fmla="*/ 20886 h 1894887"/>
                      <a:gd name="connsiteX0" fmla="*/ 65859 w 2808079"/>
                      <a:gd name="connsiteY0" fmla="*/ 20886 h 1894887"/>
                      <a:gd name="connsiteX1" fmla="*/ 161810 w 2808079"/>
                      <a:gd name="connsiteY1" fmla="*/ 37062 h 1894887"/>
                      <a:gd name="connsiteX2" fmla="*/ 376165 w 2808079"/>
                      <a:gd name="connsiteY2" fmla="*/ 15896 h 1894887"/>
                      <a:gd name="connsiteX3" fmla="*/ 196496 w 2808079"/>
                      <a:gd name="connsiteY3" fmla="*/ 309116 h 1894887"/>
                      <a:gd name="connsiteX4" fmla="*/ 548102 w 2808079"/>
                      <a:gd name="connsiteY4" fmla="*/ 392377 h 1894887"/>
                      <a:gd name="connsiteX5" fmla="*/ 883434 w 2808079"/>
                      <a:gd name="connsiteY5" fmla="*/ 126440 h 1894887"/>
                      <a:gd name="connsiteX6" fmla="*/ 1101214 w 2808079"/>
                      <a:gd name="connsiteY6" fmla="*/ 17319 h 1894887"/>
                      <a:gd name="connsiteX7" fmla="*/ 1224864 w 2808079"/>
                      <a:gd name="connsiteY7" fmla="*/ 10130 h 1894887"/>
                      <a:gd name="connsiteX8" fmla="*/ 1975445 w 2808079"/>
                      <a:gd name="connsiteY8" fmla="*/ 342639 h 1894887"/>
                      <a:gd name="connsiteX9" fmla="*/ 2799152 w 2808079"/>
                      <a:gd name="connsiteY9" fmla="*/ 969836 h 1894887"/>
                      <a:gd name="connsiteX10" fmla="*/ 2620780 w 2808079"/>
                      <a:gd name="connsiteY10" fmla="*/ 1240325 h 1894887"/>
                      <a:gd name="connsiteX11" fmla="*/ 1977948 w 2808079"/>
                      <a:gd name="connsiteY11" fmla="*/ 842341 h 1894887"/>
                      <a:gd name="connsiteX12" fmla="*/ 1936214 w 2808079"/>
                      <a:gd name="connsiteY12" fmla="*/ 851961 h 1894887"/>
                      <a:gd name="connsiteX13" fmla="*/ 1945833 w 2808079"/>
                      <a:gd name="connsiteY13" fmla="*/ 893696 h 1894887"/>
                      <a:gd name="connsiteX14" fmla="*/ 2581032 w 2808079"/>
                      <a:gd name="connsiteY14" fmla="*/ 1290925 h 1894887"/>
                      <a:gd name="connsiteX15" fmla="*/ 2247976 w 2808079"/>
                      <a:gd name="connsiteY15" fmla="*/ 1611612 h 1894887"/>
                      <a:gd name="connsiteX16" fmla="*/ 1747417 w 2808079"/>
                      <a:gd name="connsiteY16" fmla="*/ 1260470 h 1894887"/>
                      <a:gd name="connsiteX17" fmla="*/ 1705231 w 2808079"/>
                      <a:gd name="connsiteY17" fmla="*/ 1267870 h 1894887"/>
                      <a:gd name="connsiteX18" fmla="*/ 1712632 w 2808079"/>
                      <a:gd name="connsiteY18" fmla="*/ 1310056 h 1894887"/>
                      <a:gd name="connsiteX19" fmla="*/ 2195264 w 2808079"/>
                      <a:gd name="connsiteY19" fmla="*/ 1648622 h 1894887"/>
                      <a:gd name="connsiteX20" fmla="*/ 1928414 w 2808079"/>
                      <a:gd name="connsiteY20" fmla="*/ 1801075 h 1894887"/>
                      <a:gd name="connsiteX21" fmla="*/ 1495974 w 2808079"/>
                      <a:gd name="connsiteY21" fmla="*/ 1532320 h 1894887"/>
                      <a:gd name="connsiteX22" fmla="*/ 1454266 w 2808079"/>
                      <a:gd name="connsiteY22" fmla="*/ 1542056 h 1894887"/>
                      <a:gd name="connsiteX23" fmla="*/ 1464002 w 2808079"/>
                      <a:gd name="connsiteY23" fmla="*/ 1583764 h 1894887"/>
                      <a:gd name="connsiteX24" fmla="*/ 1859640 w 2808079"/>
                      <a:gd name="connsiteY24" fmla="*/ 1829648 h 1894887"/>
                      <a:gd name="connsiteX25" fmla="*/ 1783043 w 2808079"/>
                      <a:gd name="connsiteY25" fmla="*/ 1859037 h 1894887"/>
                      <a:gd name="connsiteX26" fmla="*/ 1576068 w 2808079"/>
                      <a:gd name="connsiteY26" fmla="*/ 1894478 h 1894887"/>
                      <a:gd name="connsiteX27" fmla="*/ 1548759 w 2808079"/>
                      <a:gd name="connsiteY27" fmla="*/ 1889804 h 1894887"/>
                      <a:gd name="connsiteX28" fmla="*/ 1408967 w 2808079"/>
                      <a:gd name="connsiteY28" fmla="*/ 1818448 h 1894887"/>
                      <a:gd name="connsiteX29" fmla="*/ 1294383 w 2808079"/>
                      <a:gd name="connsiteY29" fmla="*/ 1754060 h 1894887"/>
                      <a:gd name="connsiteX30" fmla="*/ 1189459 w 2808079"/>
                      <a:gd name="connsiteY30" fmla="*/ 1664198 h 1894887"/>
                      <a:gd name="connsiteX31" fmla="*/ 1133784 w 2808079"/>
                      <a:gd name="connsiteY31" fmla="*/ 1643550 h 1894887"/>
                      <a:gd name="connsiteX32" fmla="*/ 1100739 w 2808079"/>
                      <a:gd name="connsiteY32" fmla="*/ 1644836 h 1894887"/>
                      <a:gd name="connsiteX33" fmla="*/ 1109399 w 2808079"/>
                      <a:gd name="connsiteY33" fmla="*/ 1587811 h 1894887"/>
                      <a:gd name="connsiteX34" fmla="*/ 965681 w 2808079"/>
                      <a:gd name="connsiteY34" fmla="*/ 1392963 h 1894887"/>
                      <a:gd name="connsiteX35" fmla="*/ 798205 w 2808079"/>
                      <a:gd name="connsiteY35" fmla="*/ 1400129 h 1894887"/>
                      <a:gd name="connsiteX36" fmla="*/ 770517 w 2808079"/>
                      <a:gd name="connsiteY36" fmla="*/ 1416390 h 1894887"/>
                      <a:gd name="connsiteX37" fmla="*/ 745487 w 2808079"/>
                      <a:gd name="connsiteY37" fmla="*/ 1368693 h 1894887"/>
                      <a:gd name="connsiteX38" fmla="*/ 643275 w 2808079"/>
                      <a:gd name="connsiteY38" fmla="*/ 1291572 h 1894887"/>
                      <a:gd name="connsiteX39" fmla="*/ 407837 w 2808079"/>
                      <a:gd name="connsiteY39" fmla="*/ 1348046 h 1894887"/>
                      <a:gd name="connsiteX40" fmla="*/ 385333 w 2808079"/>
                      <a:gd name="connsiteY40" fmla="*/ 1384820 h 1894887"/>
                      <a:gd name="connsiteX41" fmla="*/ 1448 w 2808079"/>
                      <a:gd name="connsiteY41" fmla="*/ 1184257 h 1894887"/>
                      <a:gd name="connsiteX42" fmla="*/ 51072 w 2808079"/>
                      <a:gd name="connsiteY42" fmla="*/ 43756 h 1894887"/>
                      <a:gd name="connsiteX43" fmla="*/ 65859 w 2808079"/>
                      <a:gd name="connsiteY43" fmla="*/ 20886 h 1894887"/>
                      <a:gd name="connsiteX0" fmla="*/ 65859 w 2808079"/>
                      <a:gd name="connsiteY0" fmla="*/ 20886 h 1894887"/>
                      <a:gd name="connsiteX1" fmla="*/ 161810 w 2808079"/>
                      <a:gd name="connsiteY1" fmla="*/ 37062 h 1894887"/>
                      <a:gd name="connsiteX2" fmla="*/ 376165 w 2808079"/>
                      <a:gd name="connsiteY2" fmla="*/ 15896 h 1894887"/>
                      <a:gd name="connsiteX3" fmla="*/ 196496 w 2808079"/>
                      <a:gd name="connsiteY3" fmla="*/ 309116 h 1894887"/>
                      <a:gd name="connsiteX4" fmla="*/ 548102 w 2808079"/>
                      <a:gd name="connsiteY4" fmla="*/ 392377 h 1894887"/>
                      <a:gd name="connsiteX5" fmla="*/ 883434 w 2808079"/>
                      <a:gd name="connsiteY5" fmla="*/ 126440 h 1894887"/>
                      <a:gd name="connsiteX6" fmla="*/ 1101214 w 2808079"/>
                      <a:gd name="connsiteY6" fmla="*/ 17319 h 1894887"/>
                      <a:gd name="connsiteX7" fmla="*/ 1224864 w 2808079"/>
                      <a:gd name="connsiteY7" fmla="*/ 10130 h 1894887"/>
                      <a:gd name="connsiteX8" fmla="*/ 1975445 w 2808079"/>
                      <a:gd name="connsiteY8" fmla="*/ 342639 h 1894887"/>
                      <a:gd name="connsiteX9" fmla="*/ 2799152 w 2808079"/>
                      <a:gd name="connsiteY9" fmla="*/ 969836 h 1894887"/>
                      <a:gd name="connsiteX10" fmla="*/ 2620780 w 2808079"/>
                      <a:gd name="connsiteY10" fmla="*/ 1240325 h 1894887"/>
                      <a:gd name="connsiteX11" fmla="*/ 1977948 w 2808079"/>
                      <a:gd name="connsiteY11" fmla="*/ 842341 h 1894887"/>
                      <a:gd name="connsiteX12" fmla="*/ 1936214 w 2808079"/>
                      <a:gd name="connsiteY12" fmla="*/ 851961 h 1894887"/>
                      <a:gd name="connsiteX13" fmla="*/ 1945833 w 2808079"/>
                      <a:gd name="connsiteY13" fmla="*/ 893696 h 1894887"/>
                      <a:gd name="connsiteX14" fmla="*/ 2581032 w 2808079"/>
                      <a:gd name="connsiteY14" fmla="*/ 1290925 h 1894887"/>
                      <a:gd name="connsiteX15" fmla="*/ 2247976 w 2808079"/>
                      <a:gd name="connsiteY15" fmla="*/ 1611612 h 1894887"/>
                      <a:gd name="connsiteX16" fmla="*/ 1747417 w 2808079"/>
                      <a:gd name="connsiteY16" fmla="*/ 1260470 h 1894887"/>
                      <a:gd name="connsiteX17" fmla="*/ 1705231 w 2808079"/>
                      <a:gd name="connsiteY17" fmla="*/ 1267870 h 1894887"/>
                      <a:gd name="connsiteX18" fmla="*/ 1712632 w 2808079"/>
                      <a:gd name="connsiteY18" fmla="*/ 1310056 h 1894887"/>
                      <a:gd name="connsiteX19" fmla="*/ 2195264 w 2808079"/>
                      <a:gd name="connsiteY19" fmla="*/ 1648622 h 1894887"/>
                      <a:gd name="connsiteX20" fmla="*/ 1928414 w 2808079"/>
                      <a:gd name="connsiteY20" fmla="*/ 1801075 h 1894887"/>
                      <a:gd name="connsiteX21" fmla="*/ 1495974 w 2808079"/>
                      <a:gd name="connsiteY21" fmla="*/ 1532320 h 1894887"/>
                      <a:gd name="connsiteX22" fmla="*/ 1454266 w 2808079"/>
                      <a:gd name="connsiteY22" fmla="*/ 1542056 h 1894887"/>
                      <a:gd name="connsiteX23" fmla="*/ 1464002 w 2808079"/>
                      <a:gd name="connsiteY23" fmla="*/ 1583764 h 1894887"/>
                      <a:gd name="connsiteX24" fmla="*/ 1859640 w 2808079"/>
                      <a:gd name="connsiteY24" fmla="*/ 1829648 h 1894887"/>
                      <a:gd name="connsiteX25" fmla="*/ 1783043 w 2808079"/>
                      <a:gd name="connsiteY25" fmla="*/ 1859037 h 1894887"/>
                      <a:gd name="connsiteX26" fmla="*/ 1576068 w 2808079"/>
                      <a:gd name="connsiteY26" fmla="*/ 1894478 h 1894887"/>
                      <a:gd name="connsiteX27" fmla="*/ 1548759 w 2808079"/>
                      <a:gd name="connsiteY27" fmla="*/ 1889804 h 1894887"/>
                      <a:gd name="connsiteX28" fmla="*/ 1408967 w 2808079"/>
                      <a:gd name="connsiteY28" fmla="*/ 1818448 h 1894887"/>
                      <a:gd name="connsiteX29" fmla="*/ 1294383 w 2808079"/>
                      <a:gd name="connsiteY29" fmla="*/ 1754060 h 1894887"/>
                      <a:gd name="connsiteX30" fmla="*/ 1189459 w 2808079"/>
                      <a:gd name="connsiteY30" fmla="*/ 1664198 h 1894887"/>
                      <a:gd name="connsiteX31" fmla="*/ 1133784 w 2808079"/>
                      <a:gd name="connsiteY31" fmla="*/ 1643550 h 1894887"/>
                      <a:gd name="connsiteX32" fmla="*/ 1100739 w 2808079"/>
                      <a:gd name="connsiteY32" fmla="*/ 1644836 h 1894887"/>
                      <a:gd name="connsiteX33" fmla="*/ 1109399 w 2808079"/>
                      <a:gd name="connsiteY33" fmla="*/ 1587811 h 1894887"/>
                      <a:gd name="connsiteX34" fmla="*/ 965681 w 2808079"/>
                      <a:gd name="connsiteY34" fmla="*/ 1392963 h 1894887"/>
                      <a:gd name="connsiteX35" fmla="*/ 798205 w 2808079"/>
                      <a:gd name="connsiteY35" fmla="*/ 1400129 h 1894887"/>
                      <a:gd name="connsiteX36" fmla="*/ 770517 w 2808079"/>
                      <a:gd name="connsiteY36" fmla="*/ 1416390 h 1894887"/>
                      <a:gd name="connsiteX37" fmla="*/ 745487 w 2808079"/>
                      <a:gd name="connsiteY37" fmla="*/ 1368693 h 1894887"/>
                      <a:gd name="connsiteX38" fmla="*/ 643275 w 2808079"/>
                      <a:gd name="connsiteY38" fmla="*/ 1291572 h 1894887"/>
                      <a:gd name="connsiteX39" fmla="*/ 407837 w 2808079"/>
                      <a:gd name="connsiteY39" fmla="*/ 1348046 h 1894887"/>
                      <a:gd name="connsiteX40" fmla="*/ 385333 w 2808079"/>
                      <a:gd name="connsiteY40" fmla="*/ 1384820 h 1894887"/>
                      <a:gd name="connsiteX41" fmla="*/ 1448 w 2808079"/>
                      <a:gd name="connsiteY41" fmla="*/ 1184257 h 1894887"/>
                      <a:gd name="connsiteX42" fmla="*/ 51072 w 2808079"/>
                      <a:gd name="connsiteY42" fmla="*/ 43756 h 1894887"/>
                      <a:gd name="connsiteX43" fmla="*/ 65859 w 2808079"/>
                      <a:gd name="connsiteY43" fmla="*/ 20886 h 1894887"/>
                      <a:gd name="connsiteX0" fmla="*/ 65859 w 2808642"/>
                      <a:gd name="connsiteY0" fmla="*/ 20886 h 1894887"/>
                      <a:gd name="connsiteX1" fmla="*/ 161810 w 2808642"/>
                      <a:gd name="connsiteY1" fmla="*/ 37062 h 1894887"/>
                      <a:gd name="connsiteX2" fmla="*/ 376165 w 2808642"/>
                      <a:gd name="connsiteY2" fmla="*/ 15896 h 1894887"/>
                      <a:gd name="connsiteX3" fmla="*/ 196496 w 2808642"/>
                      <a:gd name="connsiteY3" fmla="*/ 309116 h 1894887"/>
                      <a:gd name="connsiteX4" fmla="*/ 548102 w 2808642"/>
                      <a:gd name="connsiteY4" fmla="*/ 392377 h 1894887"/>
                      <a:gd name="connsiteX5" fmla="*/ 883434 w 2808642"/>
                      <a:gd name="connsiteY5" fmla="*/ 126440 h 1894887"/>
                      <a:gd name="connsiteX6" fmla="*/ 1101214 w 2808642"/>
                      <a:gd name="connsiteY6" fmla="*/ 17319 h 1894887"/>
                      <a:gd name="connsiteX7" fmla="*/ 1224864 w 2808642"/>
                      <a:gd name="connsiteY7" fmla="*/ 10130 h 1894887"/>
                      <a:gd name="connsiteX8" fmla="*/ 1975445 w 2808642"/>
                      <a:gd name="connsiteY8" fmla="*/ 342639 h 1894887"/>
                      <a:gd name="connsiteX9" fmla="*/ 2799152 w 2808642"/>
                      <a:gd name="connsiteY9" fmla="*/ 969836 h 1894887"/>
                      <a:gd name="connsiteX10" fmla="*/ 2620780 w 2808642"/>
                      <a:gd name="connsiteY10" fmla="*/ 1240325 h 1894887"/>
                      <a:gd name="connsiteX11" fmla="*/ 1977948 w 2808642"/>
                      <a:gd name="connsiteY11" fmla="*/ 842341 h 1894887"/>
                      <a:gd name="connsiteX12" fmla="*/ 1936214 w 2808642"/>
                      <a:gd name="connsiteY12" fmla="*/ 851961 h 1894887"/>
                      <a:gd name="connsiteX13" fmla="*/ 1945833 w 2808642"/>
                      <a:gd name="connsiteY13" fmla="*/ 893696 h 1894887"/>
                      <a:gd name="connsiteX14" fmla="*/ 2581032 w 2808642"/>
                      <a:gd name="connsiteY14" fmla="*/ 1290925 h 1894887"/>
                      <a:gd name="connsiteX15" fmla="*/ 2247976 w 2808642"/>
                      <a:gd name="connsiteY15" fmla="*/ 1611612 h 1894887"/>
                      <a:gd name="connsiteX16" fmla="*/ 1747417 w 2808642"/>
                      <a:gd name="connsiteY16" fmla="*/ 1260470 h 1894887"/>
                      <a:gd name="connsiteX17" fmla="*/ 1705231 w 2808642"/>
                      <a:gd name="connsiteY17" fmla="*/ 1267870 h 1894887"/>
                      <a:gd name="connsiteX18" fmla="*/ 1712632 w 2808642"/>
                      <a:gd name="connsiteY18" fmla="*/ 1310056 h 1894887"/>
                      <a:gd name="connsiteX19" fmla="*/ 2195264 w 2808642"/>
                      <a:gd name="connsiteY19" fmla="*/ 1648622 h 1894887"/>
                      <a:gd name="connsiteX20" fmla="*/ 1928414 w 2808642"/>
                      <a:gd name="connsiteY20" fmla="*/ 1801075 h 1894887"/>
                      <a:gd name="connsiteX21" fmla="*/ 1495974 w 2808642"/>
                      <a:gd name="connsiteY21" fmla="*/ 1532320 h 1894887"/>
                      <a:gd name="connsiteX22" fmla="*/ 1454266 w 2808642"/>
                      <a:gd name="connsiteY22" fmla="*/ 1542056 h 1894887"/>
                      <a:gd name="connsiteX23" fmla="*/ 1464002 w 2808642"/>
                      <a:gd name="connsiteY23" fmla="*/ 1583764 h 1894887"/>
                      <a:gd name="connsiteX24" fmla="*/ 1859640 w 2808642"/>
                      <a:gd name="connsiteY24" fmla="*/ 1829648 h 1894887"/>
                      <a:gd name="connsiteX25" fmla="*/ 1783043 w 2808642"/>
                      <a:gd name="connsiteY25" fmla="*/ 1859037 h 1894887"/>
                      <a:gd name="connsiteX26" fmla="*/ 1576068 w 2808642"/>
                      <a:gd name="connsiteY26" fmla="*/ 1894478 h 1894887"/>
                      <a:gd name="connsiteX27" fmla="*/ 1548759 w 2808642"/>
                      <a:gd name="connsiteY27" fmla="*/ 1889804 h 1894887"/>
                      <a:gd name="connsiteX28" fmla="*/ 1408967 w 2808642"/>
                      <a:gd name="connsiteY28" fmla="*/ 1818448 h 1894887"/>
                      <a:gd name="connsiteX29" fmla="*/ 1294383 w 2808642"/>
                      <a:gd name="connsiteY29" fmla="*/ 1754060 h 1894887"/>
                      <a:gd name="connsiteX30" fmla="*/ 1189459 w 2808642"/>
                      <a:gd name="connsiteY30" fmla="*/ 1664198 h 1894887"/>
                      <a:gd name="connsiteX31" fmla="*/ 1133784 w 2808642"/>
                      <a:gd name="connsiteY31" fmla="*/ 1643550 h 1894887"/>
                      <a:gd name="connsiteX32" fmla="*/ 1100739 w 2808642"/>
                      <a:gd name="connsiteY32" fmla="*/ 1644836 h 1894887"/>
                      <a:gd name="connsiteX33" fmla="*/ 1109399 w 2808642"/>
                      <a:gd name="connsiteY33" fmla="*/ 1587811 h 1894887"/>
                      <a:gd name="connsiteX34" fmla="*/ 965681 w 2808642"/>
                      <a:gd name="connsiteY34" fmla="*/ 1392963 h 1894887"/>
                      <a:gd name="connsiteX35" fmla="*/ 798205 w 2808642"/>
                      <a:gd name="connsiteY35" fmla="*/ 1400129 h 1894887"/>
                      <a:gd name="connsiteX36" fmla="*/ 770517 w 2808642"/>
                      <a:gd name="connsiteY36" fmla="*/ 1416390 h 1894887"/>
                      <a:gd name="connsiteX37" fmla="*/ 745487 w 2808642"/>
                      <a:gd name="connsiteY37" fmla="*/ 1368693 h 1894887"/>
                      <a:gd name="connsiteX38" fmla="*/ 643275 w 2808642"/>
                      <a:gd name="connsiteY38" fmla="*/ 1291572 h 1894887"/>
                      <a:gd name="connsiteX39" fmla="*/ 407837 w 2808642"/>
                      <a:gd name="connsiteY39" fmla="*/ 1348046 h 1894887"/>
                      <a:gd name="connsiteX40" fmla="*/ 385333 w 2808642"/>
                      <a:gd name="connsiteY40" fmla="*/ 1384820 h 1894887"/>
                      <a:gd name="connsiteX41" fmla="*/ 1448 w 2808642"/>
                      <a:gd name="connsiteY41" fmla="*/ 1184257 h 1894887"/>
                      <a:gd name="connsiteX42" fmla="*/ 51072 w 2808642"/>
                      <a:gd name="connsiteY42" fmla="*/ 43756 h 1894887"/>
                      <a:gd name="connsiteX43" fmla="*/ 65859 w 2808642"/>
                      <a:gd name="connsiteY43" fmla="*/ 20886 h 18948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</a:cxnLst>
                    <a:rect l="l" t="t" r="r" b="b"/>
                    <a:pathLst>
                      <a:path w="2808642" h="1894887">
                        <a:moveTo>
                          <a:pt x="65859" y="20886"/>
                        </a:moveTo>
                        <a:cubicBezTo>
                          <a:pt x="89244" y="12147"/>
                          <a:pt x="134125" y="38735"/>
                          <a:pt x="161810" y="37062"/>
                        </a:cubicBezTo>
                        <a:lnTo>
                          <a:pt x="376165" y="15896"/>
                        </a:lnTo>
                        <a:cubicBezTo>
                          <a:pt x="305829" y="112890"/>
                          <a:pt x="266832" y="212122"/>
                          <a:pt x="196496" y="309116"/>
                        </a:cubicBezTo>
                        <a:cubicBezTo>
                          <a:pt x="194038" y="536764"/>
                          <a:pt x="440630" y="442225"/>
                          <a:pt x="548102" y="392377"/>
                        </a:cubicBezTo>
                        <a:cubicBezTo>
                          <a:pt x="667859" y="336831"/>
                          <a:pt x="785697" y="229161"/>
                          <a:pt x="883434" y="126440"/>
                        </a:cubicBezTo>
                        <a:cubicBezTo>
                          <a:pt x="915656" y="92578"/>
                          <a:pt x="1044309" y="36704"/>
                          <a:pt x="1101214" y="17319"/>
                        </a:cubicBezTo>
                        <a:cubicBezTo>
                          <a:pt x="1158119" y="-2066"/>
                          <a:pt x="1180095" y="-6193"/>
                          <a:pt x="1224864" y="10130"/>
                        </a:cubicBezTo>
                        <a:cubicBezTo>
                          <a:pt x="1370925" y="63384"/>
                          <a:pt x="1701329" y="203756"/>
                          <a:pt x="1975445" y="342639"/>
                        </a:cubicBezTo>
                        <a:cubicBezTo>
                          <a:pt x="2282156" y="498037"/>
                          <a:pt x="2891871" y="702138"/>
                          <a:pt x="2799152" y="969836"/>
                        </a:cubicBezTo>
                        <a:cubicBezTo>
                          <a:pt x="2773672" y="1069424"/>
                          <a:pt x="2660382" y="1283247"/>
                          <a:pt x="2620780" y="1240325"/>
                        </a:cubicBezTo>
                        <a:lnTo>
                          <a:pt x="1977948" y="842341"/>
                        </a:lnTo>
                        <a:cubicBezTo>
                          <a:pt x="1963767" y="833473"/>
                          <a:pt x="1945082" y="837780"/>
                          <a:pt x="1936214" y="851961"/>
                        </a:cubicBezTo>
                        <a:cubicBezTo>
                          <a:pt x="1927345" y="866142"/>
                          <a:pt x="1931651" y="884828"/>
                          <a:pt x="1945833" y="893696"/>
                        </a:cubicBezTo>
                        <a:lnTo>
                          <a:pt x="2581032" y="1290925"/>
                        </a:lnTo>
                        <a:cubicBezTo>
                          <a:pt x="2719698" y="1387863"/>
                          <a:pt x="2337022" y="1682640"/>
                          <a:pt x="2247976" y="1611612"/>
                        </a:cubicBezTo>
                        <a:lnTo>
                          <a:pt x="1747417" y="1260470"/>
                        </a:lnTo>
                        <a:cubicBezTo>
                          <a:pt x="1733724" y="1250864"/>
                          <a:pt x="1714838" y="1254177"/>
                          <a:pt x="1705231" y="1267870"/>
                        </a:cubicBezTo>
                        <a:cubicBezTo>
                          <a:pt x="1695626" y="1281563"/>
                          <a:pt x="1698939" y="1300450"/>
                          <a:pt x="1712632" y="1310056"/>
                        </a:cubicBezTo>
                        <a:lnTo>
                          <a:pt x="2195264" y="1648622"/>
                        </a:lnTo>
                        <a:cubicBezTo>
                          <a:pt x="2269341" y="1719193"/>
                          <a:pt x="2020820" y="1880203"/>
                          <a:pt x="1928414" y="1801075"/>
                        </a:cubicBezTo>
                        <a:lnTo>
                          <a:pt x="1495974" y="1532320"/>
                        </a:lnTo>
                        <a:cubicBezTo>
                          <a:pt x="1481768" y="1523491"/>
                          <a:pt x="1463095" y="1527850"/>
                          <a:pt x="1454266" y="1542056"/>
                        </a:cubicBezTo>
                        <a:cubicBezTo>
                          <a:pt x="1445437" y="1556262"/>
                          <a:pt x="1449796" y="1574935"/>
                          <a:pt x="1464002" y="1583764"/>
                        </a:cubicBezTo>
                        <a:lnTo>
                          <a:pt x="1859640" y="1829648"/>
                        </a:lnTo>
                        <a:lnTo>
                          <a:pt x="1783043" y="1859037"/>
                        </a:lnTo>
                        <a:cubicBezTo>
                          <a:pt x="1702862" y="1884832"/>
                          <a:pt x="1631537" y="1897375"/>
                          <a:pt x="1576068" y="1894478"/>
                        </a:cubicBezTo>
                        <a:lnTo>
                          <a:pt x="1548759" y="1889804"/>
                        </a:lnTo>
                        <a:lnTo>
                          <a:pt x="1408967" y="1818448"/>
                        </a:lnTo>
                        <a:cubicBezTo>
                          <a:pt x="1365470" y="1795740"/>
                          <a:pt x="1327341" y="1774789"/>
                          <a:pt x="1294383" y="1754060"/>
                        </a:cubicBezTo>
                        <a:cubicBezTo>
                          <a:pt x="1259408" y="1724106"/>
                          <a:pt x="1254637" y="1700940"/>
                          <a:pt x="1189459" y="1664198"/>
                        </a:cubicBezTo>
                        <a:cubicBezTo>
                          <a:pt x="1171904" y="1653329"/>
                          <a:pt x="1152978" y="1646534"/>
                          <a:pt x="1133784" y="1643550"/>
                        </a:cubicBezTo>
                        <a:lnTo>
                          <a:pt x="1100739" y="1644836"/>
                        </a:lnTo>
                        <a:lnTo>
                          <a:pt x="1109399" y="1587811"/>
                        </a:lnTo>
                        <a:cubicBezTo>
                          <a:pt x="1105115" y="1502566"/>
                          <a:pt x="1050904" y="1424065"/>
                          <a:pt x="965681" y="1392963"/>
                        </a:cubicBezTo>
                        <a:cubicBezTo>
                          <a:pt x="908867" y="1372228"/>
                          <a:pt x="849025" y="1376485"/>
                          <a:pt x="798205" y="1400129"/>
                        </a:cubicBezTo>
                        <a:lnTo>
                          <a:pt x="770517" y="1416390"/>
                        </a:lnTo>
                        <a:lnTo>
                          <a:pt x="745487" y="1368693"/>
                        </a:lnTo>
                        <a:cubicBezTo>
                          <a:pt x="720744" y="1334524"/>
                          <a:pt x="685886" y="1307123"/>
                          <a:pt x="643275" y="1291572"/>
                        </a:cubicBezTo>
                        <a:cubicBezTo>
                          <a:pt x="558053" y="1260470"/>
                          <a:pt x="466021" y="1285600"/>
                          <a:pt x="407837" y="1348046"/>
                        </a:cubicBezTo>
                        <a:lnTo>
                          <a:pt x="385333" y="1384820"/>
                        </a:lnTo>
                        <a:lnTo>
                          <a:pt x="1448" y="1184257"/>
                        </a:lnTo>
                        <a:cubicBezTo>
                          <a:pt x="-3737" y="873177"/>
                          <a:pt x="3269" y="439340"/>
                          <a:pt x="51072" y="43756"/>
                        </a:cubicBezTo>
                        <a:cubicBezTo>
                          <a:pt x="52658" y="30637"/>
                          <a:pt x="58064" y="23799"/>
                          <a:pt x="65859" y="20886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0" name="Rectangle 22">
                    <a:extLst>
                      <a:ext uri="{FF2B5EF4-FFF2-40B4-BE49-F238E27FC236}">
                        <a16:creationId xmlns:a16="http://schemas.microsoft.com/office/drawing/2014/main" id="{C3D67EEE-133A-4FF0-8F0C-8098D6373997}"/>
                      </a:ext>
                    </a:extLst>
                  </p:cNvPr>
                  <p:cNvSpPr/>
                  <p:nvPr/>
                </p:nvSpPr>
                <p:spPr>
                  <a:xfrm rot="20119035">
                    <a:off x="10540233" y="2630514"/>
                    <a:ext cx="116810" cy="317484"/>
                  </a:xfrm>
                  <a:custGeom>
                    <a:avLst/>
                    <a:gdLst>
                      <a:gd name="connsiteX0" fmla="*/ 0 w 666750"/>
                      <a:gd name="connsiteY0" fmla="*/ 0 h 1277217"/>
                      <a:gd name="connsiteX1" fmla="*/ 666750 w 666750"/>
                      <a:gd name="connsiteY1" fmla="*/ 0 h 1277217"/>
                      <a:gd name="connsiteX2" fmla="*/ 666750 w 666750"/>
                      <a:gd name="connsiteY2" fmla="*/ 1277217 h 1277217"/>
                      <a:gd name="connsiteX3" fmla="*/ 0 w 666750"/>
                      <a:gd name="connsiteY3" fmla="*/ 1277217 h 1277217"/>
                      <a:gd name="connsiteX4" fmla="*/ 0 w 666750"/>
                      <a:gd name="connsiteY4" fmla="*/ 0 h 1277217"/>
                      <a:gd name="connsiteX0" fmla="*/ 0 w 712362"/>
                      <a:gd name="connsiteY0" fmla="*/ 0 h 1303420"/>
                      <a:gd name="connsiteX1" fmla="*/ 666750 w 712362"/>
                      <a:gd name="connsiteY1" fmla="*/ 0 h 1303420"/>
                      <a:gd name="connsiteX2" fmla="*/ 712362 w 712362"/>
                      <a:gd name="connsiteY2" fmla="*/ 1303420 h 1303420"/>
                      <a:gd name="connsiteX3" fmla="*/ 0 w 712362"/>
                      <a:gd name="connsiteY3" fmla="*/ 1277217 h 1303420"/>
                      <a:gd name="connsiteX4" fmla="*/ 0 w 712362"/>
                      <a:gd name="connsiteY4" fmla="*/ 0 h 1303420"/>
                      <a:gd name="connsiteX0" fmla="*/ 0 w 736467"/>
                      <a:gd name="connsiteY0" fmla="*/ 0 h 1303420"/>
                      <a:gd name="connsiteX1" fmla="*/ 666750 w 736467"/>
                      <a:gd name="connsiteY1" fmla="*/ 0 h 1303420"/>
                      <a:gd name="connsiteX2" fmla="*/ 712362 w 736467"/>
                      <a:gd name="connsiteY2" fmla="*/ 1303420 h 1303420"/>
                      <a:gd name="connsiteX3" fmla="*/ 0 w 736467"/>
                      <a:gd name="connsiteY3" fmla="*/ 1277217 h 1303420"/>
                      <a:gd name="connsiteX4" fmla="*/ 0 w 736467"/>
                      <a:gd name="connsiteY4" fmla="*/ 0 h 1303420"/>
                      <a:gd name="connsiteX0" fmla="*/ 0 w 748640"/>
                      <a:gd name="connsiteY0" fmla="*/ 0 h 1303420"/>
                      <a:gd name="connsiteX1" fmla="*/ 666750 w 748640"/>
                      <a:gd name="connsiteY1" fmla="*/ 0 h 1303420"/>
                      <a:gd name="connsiteX2" fmla="*/ 712362 w 748640"/>
                      <a:gd name="connsiteY2" fmla="*/ 1303420 h 1303420"/>
                      <a:gd name="connsiteX3" fmla="*/ 0 w 748640"/>
                      <a:gd name="connsiteY3" fmla="*/ 1277217 h 1303420"/>
                      <a:gd name="connsiteX4" fmla="*/ 0 w 748640"/>
                      <a:gd name="connsiteY4" fmla="*/ 0 h 1303420"/>
                      <a:gd name="connsiteX0" fmla="*/ 0 w 748640"/>
                      <a:gd name="connsiteY0" fmla="*/ 4277 h 1307697"/>
                      <a:gd name="connsiteX1" fmla="*/ 267510 w 748640"/>
                      <a:gd name="connsiteY1" fmla="*/ 0 h 1307697"/>
                      <a:gd name="connsiteX2" fmla="*/ 666750 w 748640"/>
                      <a:gd name="connsiteY2" fmla="*/ 4277 h 1307697"/>
                      <a:gd name="connsiteX3" fmla="*/ 712362 w 748640"/>
                      <a:gd name="connsiteY3" fmla="*/ 1307697 h 1307697"/>
                      <a:gd name="connsiteX4" fmla="*/ 0 w 748640"/>
                      <a:gd name="connsiteY4" fmla="*/ 1281494 h 1307697"/>
                      <a:gd name="connsiteX5" fmla="*/ 0 w 748640"/>
                      <a:gd name="connsiteY5" fmla="*/ 4277 h 1307697"/>
                      <a:gd name="connsiteX0" fmla="*/ 0 w 748640"/>
                      <a:gd name="connsiteY0" fmla="*/ 1281494 h 1307697"/>
                      <a:gd name="connsiteX1" fmla="*/ 267510 w 748640"/>
                      <a:gd name="connsiteY1" fmla="*/ 0 h 1307697"/>
                      <a:gd name="connsiteX2" fmla="*/ 666750 w 748640"/>
                      <a:gd name="connsiteY2" fmla="*/ 4277 h 1307697"/>
                      <a:gd name="connsiteX3" fmla="*/ 712362 w 748640"/>
                      <a:gd name="connsiteY3" fmla="*/ 1307697 h 1307697"/>
                      <a:gd name="connsiteX4" fmla="*/ 0 w 748640"/>
                      <a:gd name="connsiteY4" fmla="*/ 1281494 h 1307697"/>
                      <a:gd name="connsiteX0" fmla="*/ 0 w 748640"/>
                      <a:gd name="connsiteY0" fmla="*/ 1281494 h 1307697"/>
                      <a:gd name="connsiteX1" fmla="*/ 267510 w 748640"/>
                      <a:gd name="connsiteY1" fmla="*/ 0 h 1307697"/>
                      <a:gd name="connsiteX2" fmla="*/ 666750 w 748640"/>
                      <a:gd name="connsiteY2" fmla="*/ 4277 h 1307697"/>
                      <a:gd name="connsiteX3" fmla="*/ 712362 w 748640"/>
                      <a:gd name="connsiteY3" fmla="*/ 1307697 h 1307697"/>
                      <a:gd name="connsiteX4" fmla="*/ 332466 w 748640"/>
                      <a:gd name="connsiteY4" fmla="*/ 1295648 h 1307697"/>
                      <a:gd name="connsiteX5" fmla="*/ 0 w 748640"/>
                      <a:gd name="connsiteY5" fmla="*/ 1281494 h 1307697"/>
                      <a:gd name="connsiteX0" fmla="*/ 0 w 748640"/>
                      <a:gd name="connsiteY0" fmla="*/ 1281494 h 1307697"/>
                      <a:gd name="connsiteX1" fmla="*/ 267510 w 748640"/>
                      <a:gd name="connsiteY1" fmla="*/ 0 h 1307697"/>
                      <a:gd name="connsiteX2" fmla="*/ 666750 w 748640"/>
                      <a:gd name="connsiteY2" fmla="*/ 4277 h 1307697"/>
                      <a:gd name="connsiteX3" fmla="*/ 712362 w 748640"/>
                      <a:gd name="connsiteY3" fmla="*/ 1307697 h 1307697"/>
                      <a:gd name="connsiteX4" fmla="*/ 350890 w 748640"/>
                      <a:gd name="connsiteY4" fmla="*/ 1272667 h 1307697"/>
                      <a:gd name="connsiteX5" fmla="*/ 0 w 748640"/>
                      <a:gd name="connsiteY5" fmla="*/ 1281494 h 1307697"/>
                      <a:gd name="connsiteX0" fmla="*/ 83380 w 481130"/>
                      <a:gd name="connsiteY0" fmla="*/ 1272667 h 1307697"/>
                      <a:gd name="connsiteX1" fmla="*/ 0 w 481130"/>
                      <a:gd name="connsiteY1" fmla="*/ 0 h 1307697"/>
                      <a:gd name="connsiteX2" fmla="*/ 399240 w 481130"/>
                      <a:gd name="connsiteY2" fmla="*/ 4277 h 1307697"/>
                      <a:gd name="connsiteX3" fmla="*/ 444852 w 481130"/>
                      <a:gd name="connsiteY3" fmla="*/ 1307697 h 1307697"/>
                      <a:gd name="connsiteX4" fmla="*/ 83380 w 481130"/>
                      <a:gd name="connsiteY4" fmla="*/ 1272667 h 1307697"/>
                      <a:gd name="connsiteX0" fmla="*/ 83380 w 481130"/>
                      <a:gd name="connsiteY0" fmla="*/ 1272667 h 1307697"/>
                      <a:gd name="connsiteX1" fmla="*/ 0 w 481130"/>
                      <a:gd name="connsiteY1" fmla="*/ 0 h 1307697"/>
                      <a:gd name="connsiteX2" fmla="*/ 399240 w 481130"/>
                      <a:gd name="connsiteY2" fmla="*/ 4277 h 1307697"/>
                      <a:gd name="connsiteX3" fmla="*/ 444852 w 481130"/>
                      <a:gd name="connsiteY3" fmla="*/ 1307697 h 1307697"/>
                      <a:gd name="connsiteX4" fmla="*/ 83380 w 481130"/>
                      <a:gd name="connsiteY4" fmla="*/ 1272667 h 1307697"/>
                      <a:gd name="connsiteX0" fmla="*/ 83380 w 481130"/>
                      <a:gd name="connsiteY0" fmla="*/ 1272667 h 1307697"/>
                      <a:gd name="connsiteX1" fmla="*/ 0 w 481130"/>
                      <a:gd name="connsiteY1" fmla="*/ 0 h 1307697"/>
                      <a:gd name="connsiteX2" fmla="*/ 399240 w 481130"/>
                      <a:gd name="connsiteY2" fmla="*/ 4277 h 1307697"/>
                      <a:gd name="connsiteX3" fmla="*/ 444852 w 481130"/>
                      <a:gd name="connsiteY3" fmla="*/ 1307697 h 1307697"/>
                      <a:gd name="connsiteX4" fmla="*/ 83380 w 481130"/>
                      <a:gd name="connsiteY4" fmla="*/ 1272667 h 1307697"/>
                      <a:gd name="connsiteX0" fmla="*/ 83380 w 481130"/>
                      <a:gd name="connsiteY0" fmla="*/ 1272667 h 1307697"/>
                      <a:gd name="connsiteX1" fmla="*/ 0 w 481130"/>
                      <a:gd name="connsiteY1" fmla="*/ 0 h 1307697"/>
                      <a:gd name="connsiteX2" fmla="*/ 399240 w 481130"/>
                      <a:gd name="connsiteY2" fmla="*/ 4277 h 1307697"/>
                      <a:gd name="connsiteX3" fmla="*/ 444852 w 481130"/>
                      <a:gd name="connsiteY3" fmla="*/ 1307697 h 1307697"/>
                      <a:gd name="connsiteX4" fmla="*/ 83380 w 481130"/>
                      <a:gd name="connsiteY4" fmla="*/ 1272667 h 1307697"/>
                      <a:gd name="connsiteX0" fmla="*/ 83380 w 481130"/>
                      <a:gd name="connsiteY0" fmla="*/ 1272667 h 1307697"/>
                      <a:gd name="connsiteX1" fmla="*/ 0 w 481130"/>
                      <a:gd name="connsiteY1" fmla="*/ 0 h 1307697"/>
                      <a:gd name="connsiteX2" fmla="*/ 399240 w 481130"/>
                      <a:gd name="connsiteY2" fmla="*/ 4277 h 1307697"/>
                      <a:gd name="connsiteX3" fmla="*/ 444852 w 481130"/>
                      <a:gd name="connsiteY3" fmla="*/ 1307697 h 1307697"/>
                      <a:gd name="connsiteX4" fmla="*/ 83380 w 481130"/>
                      <a:gd name="connsiteY4" fmla="*/ 1272667 h 130769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481130" h="1307697">
                        <a:moveTo>
                          <a:pt x="83380" y="1272667"/>
                        </a:moveTo>
                        <a:cubicBezTo>
                          <a:pt x="117035" y="999858"/>
                          <a:pt x="228031" y="421903"/>
                          <a:pt x="0" y="0"/>
                        </a:cubicBezTo>
                        <a:lnTo>
                          <a:pt x="399240" y="4277"/>
                        </a:lnTo>
                        <a:cubicBezTo>
                          <a:pt x="476566" y="286472"/>
                          <a:pt x="513811" y="775628"/>
                          <a:pt x="444852" y="1307697"/>
                        </a:cubicBezTo>
                        <a:lnTo>
                          <a:pt x="83380" y="1272667"/>
                        </a:ln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1" name="Rectangle 23">
                    <a:extLst>
                      <a:ext uri="{FF2B5EF4-FFF2-40B4-BE49-F238E27FC236}">
                        <a16:creationId xmlns:a16="http://schemas.microsoft.com/office/drawing/2014/main" id="{2465EAB0-3F7C-43D8-B09E-96098FD6E012}"/>
                      </a:ext>
                    </a:extLst>
                  </p:cNvPr>
                  <p:cNvSpPr/>
                  <p:nvPr/>
                </p:nvSpPr>
                <p:spPr>
                  <a:xfrm>
                    <a:off x="9908839" y="2649788"/>
                    <a:ext cx="702451" cy="366299"/>
                  </a:xfrm>
                  <a:custGeom>
                    <a:avLst/>
                    <a:gdLst>
                      <a:gd name="connsiteX0" fmla="*/ 0 w 549275"/>
                      <a:gd name="connsiteY0" fmla="*/ 0 h 1038225"/>
                      <a:gd name="connsiteX1" fmla="*/ 549275 w 549275"/>
                      <a:gd name="connsiteY1" fmla="*/ 0 h 1038225"/>
                      <a:gd name="connsiteX2" fmla="*/ 549275 w 549275"/>
                      <a:gd name="connsiteY2" fmla="*/ 1038225 h 1038225"/>
                      <a:gd name="connsiteX3" fmla="*/ 0 w 549275"/>
                      <a:gd name="connsiteY3" fmla="*/ 1038225 h 1038225"/>
                      <a:gd name="connsiteX4" fmla="*/ 0 w 549275"/>
                      <a:gd name="connsiteY4" fmla="*/ 0 h 1038225"/>
                      <a:gd name="connsiteX0" fmla="*/ 0 w 594519"/>
                      <a:gd name="connsiteY0" fmla="*/ 0 h 1038225"/>
                      <a:gd name="connsiteX1" fmla="*/ 549275 w 594519"/>
                      <a:gd name="connsiteY1" fmla="*/ 0 h 1038225"/>
                      <a:gd name="connsiteX2" fmla="*/ 594519 w 594519"/>
                      <a:gd name="connsiteY2" fmla="*/ 1028700 h 1038225"/>
                      <a:gd name="connsiteX3" fmla="*/ 0 w 594519"/>
                      <a:gd name="connsiteY3" fmla="*/ 1038225 h 1038225"/>
                      <a:gd name="connsiteX4" fmla="*/ 0 w 594519"/>
                      <a:gd name="connsiteY4" fmla="*/ 0 h 1038225"/>
                      <a:gd name="connsiteX0" fmla="*/ 0 w 594519"/>
                      <a:gd name="connsiteY0" fmla="*/ 0 h 1038225"/>
                      <a:gd name="connsiteX1" fmla="*/ 594519 w 594519"/>
                      <a:gd name="connsiteY1" fmla="*/ 1028700 h 1038225"/>
                      <a:gd name="connsiteX2" fmla="*/ 0 w 594519"/>
                      <a:gd name="connsiteY2" fmla="*/ 1038225 h 1038225"/>
                      <a:gd name="connsiteX3" fmla="*/ 0 w 594519"/>
                      <a:gd name="connsiteY3" fmla="*/ 0 h 1038225"/>
                      <a:gd name="connsiteX0" fmla="*/ 0 w 594519"/>
                      <a:gd name="connsiteY0" fmla="*/ 0 h 1038225"/>
                      <a:gd name="connsiteX1" fmla="*/ 594519 w 594519"/>
                      <a:gd name="connsiteY1" fmla="*/ 1028700 h 1038225"/>
                      <a:gd name="connsiteX2" fmla="*/ 0 w 594519"/>
                      <a:gd name="connsiteY2" fmla="*/ 1038225 h 1038225"/>
                      <a:gd name="connsiteX3" fmla="*/ 0 w 594519"/>
                      <a:gd name="connsiteY3" fmla="*/ 0 h 1038225"/>
                      <a:gd name="connsiteX0" fmla="*/ 0 w 594519"/>
                      <a:gd name="connsiteY0" fmla="*/ 0 h 1038225"/>
                      <a:gd name="connsiteX1" fmla="*/ 594519 w 594519"/>
                      <a:gd name="connsiteY1" fmla="*/ 1028700 h 1038225"/>
                      <a:gd name="connsiteX2" fmla="*/ 0 w 594519"/>
                      <a:gd name="connsiteY2" fmla="*/ 1038225 h 1038225"/>
                      <a:gd name="connsiteX3" fmla="*/ 0 w 594519"/>
                      <a:gd name="connsiteY3" fmla="*/ 0 h 1038225"/>
                      <a:gd name="connsiteX0" fmla="*/ 0 w 594519"/>
                      <a:gd name="connsiteY0" fmla="*/ 0 h 1038225"/>
                      <a:gd name="connsiteX1" fmla="*/ 594519 w 594519"/>
                      <a:gd name="connsiteY1" fmla="*/ 1028700 h 1038225"/>
                      <a:gd name="connsiteX2" fmla="*/ 317501 w 594519"/>
                      <a:gd name="connsiteY2" fmla="*/ 1031875 h 1038225"/>
                      <a:gd name="connsiteX3" fmla="*/ 0 w 594519"/>
                      <a:gd name="connsiteY3" fmla="*/ 1038225 h 1038225"/>
                      <a:gd name="connsiteX4" fmla="*/ 0 w 594519"/>
                      <a:gd name="connsiteY4" fmla="*/ 0 h 1038225"/>
                      <a:gd name="connsiteX0" fmla="*/ 0 w 594519"/>
                      <a:gd name="connsiteY0" fmla="*/ 0 h 1119982"/>
                      <a:gd name="connsiteX1" fmla="*/ 594519 w 594519"/>
                      <a:gd name="connsiteY1" fmla="*/ 1028700 h 1119982"/>
                      <a:gd name="connsiteX2" fmla="*/ 405607 w 594519"/>
                      <a:gd name="connsiteY2" fmla="*/ 1119982 h 1119982"/>
                      <a:gd name="connsiteX3" fmla="*/ 0 w 594519"/>
                      <a:gd name="connsiteY3" fmla="*/ 1038225 h 1119982"/>
                      <a:gd name="connsiteX4" fmla="*/ 0 w 594519"/>
                      <a:gd name="connsiteY4" fmla="*/ 0 h 1119982"/>
                      <a:gd name="connsiteX0" fmla="*/ 0 w 594519"/>
                      <a:gd name="connsiteY0" fmla="*/ 0 h 1385887"/>
                      <a:gd name="connsiteX1" fmla="*/ 594519 w 594519"/>
                      <a:gd name="connsiteY1" fmla="*/ 1028700 h 1385887"/>
                      <a:gd name="connsiteX2" fmla="*/ 405607 w 594519"/>
                      <a:gd name="connsiteY2" fmla="*/ 1119982 h 1385887"/>
                      <a:gd name="connsiteX3" fmla="*/ 123825 w 594519"/>
                      <a:gd name="connsiteY3" fmla="*/ 1385887 h 1385887"/>
                      <a:gd name="connsiteX4" fmla="*/ 0 w 594519"/>
                      <a:gd name="connsiteY4" fmla="*/ 0 h 1385887"/>
                      <a:gd name="connsiteX0" fmla="*/ 0 w 594519"/>
                      <a:gd name="connsiteY0" fmla="*/ 0 h 1385887"/>
                      <a:gd name="connsiteX1" fmla="*/ 594519 w 594519"/>
                      <a:gd name="connsiteY1" fmla="*/ 1028700 h 1385887"/>
                      <a:gd name="connsiteX2" fmla="*/ 405607 w 594519"/>
                      <a:gd name="connsiteY2" fmla="*/ 1119982 h 1385887"/>
                      <a:gd name="connsiteX3" fmla="*/ 119063 w 594519"/>
                      <a:gd name="connsiteY3" fmla="*/ 1385887 h 1385887"/>
                      <a:gd name="connsiteX4" fmla="*/ 0 w 594519"/>
                      <a:gd name="connsiteY4" fmla="*/ 0 h 1385887"/>
                      <a:gd name="connsiteX0" fmla="*/ 0 w 594519"/>
                      <a:gd name="connsiteY0" fmla="*/ 0 h 1385887"/>
                      <a:gd name="connsiteX1" fmla="*/ 594519 w 594519"/>
                      <a:gd name="connsiteY1" fmla="*/ 1028700 h 1385887"/>
                      <a:gd name="connsiteX2" fmla="*/ 405607 w 594519"/>
                      <a:gd name="connsiteY2" fmla="*/ 1119982 h 1385887"/>
                      <a:gd name="connsiteX3" fmla="*/ 119063 w 594519"/>
                      <a:gd name="connsiteY3" fmla="*/ 1385887 h 1385887"/>
                      <a:gd name="connsiteX4" fmla="*/ 41276 w 594519"/>
                      <a:gd name="connsiteY4" fmla="*/ 548480 h 1385887"/>
                      <a:gd name="connsiteX5" fmla="*/ 0 w 594519"/>
                      <a:gd name="connsiteY5" fmla="*/ 0 h 1385887"/>
                      <a:gd name="connsiteX0" fmla="*/ 355599 w 950118"/>
                      <a:gd name="connsiteY0" fmla="*/ 0 h 1385887"/>
                      <a:gd name="connsiteX1" fmla="*/ 950118 w 950118"/>
                      <a:gd name="connsiteY1" fmla="*/ 1028700 h 1385887"/>
                      <a:gd name="connsiteX2" fmla="*/ 761206 w 950118"/>
                      <a:gd name="connsiteY2" fmla="*/ 1119982 h 1385887"/>
                      <a:gd name="connsiteX3" fmla="*/ 474662 w 950118"/>
                      <a:gd name="connsiteY3" fmla="*/ 1385887 h 1385887"/>
                      <a:gd name="connsiteX4" fmla="*/ 0 w 950118"/>
                      <a:gd name="connsiteY4" fmla="*/ 15080 h 1385887"/>
                      <a:gd name="connsiteX5" fmla="*/ 355599 w 950118"/>
                      <a:gd name="connsiteY5" fmla="*/ 0 h 1385887"/>
                      <a:gd name="connsiteX0" fmla="*/ 355599 w 950118"/>
                      <a:gd name="connsiteY0" fmla="*/ 0 h 1385887"/>
                      <a:gd name="connsiteX1" fmla="*/ 950118 w 950118"/>
                      <a:gd name="connsiteY1" fmla="*/ 1028700 h 1385887"/>
                      <a:gd name="connsiteX2" fmla="*/ 761206 w 950118"/>
                      <a:gd name="connsiteY2" fmla="*/ 1119982 h 1385887"/>
                      <a:gd name="connsiteX3" fmla="*/ 474662 w 950118"/>
                      <a:gd name="connsiteY3" fmla="*/ 1385887 h 1385887"/>
                      <a:gd name="connsiteX4" fmla="*/ 0 w 950118"/>
                      <a:gd name="connsiteY4" fmla="*/ 15080 h 1385887"/>
                      <a:gd name="connsiteX5" fmla="*/ 355599 w 950118"/>
                      <a:gd name="connsiteY5" fmla="*/ 0 h 1385887"/>
                      <a:gd name="connsiteX0" fmla="*/ 355599 w 950118"/>
                      <a:gd name="connsiteY0" fmla="*/ 0 h 1385887"/>
                      <a:gd name="connsiteX1" fmla="*/ 950118 w 950118"/>
                      <a:gd name="connsiteY1" fmla="*/ 1028700 h 1385887"/>
                      <a:gd name="connsiteX2" fmla="*/ 761206 w 950118"/>
                      <a:gd name="connsiteY2" fmla="*/ 1119982 h 1385887"/>
                      <a:gd name="connsiteX3" fmla="*/ 474662 w 950118"/>
                      <a:gd name="connsiteY3" fmla="*/ 1385887 h 1385887"/>
                      <a:gd name="connsiteX4" fmla="*/ 0 w 950118"/>
                      <a:gd name="connsiteY4" fmla="*/ 15080 h 1385887"/>
                      <a:gd name="connsiteX5" fmla="*/ 355599 w 950118"/>
                      <a:gd name="connsiteY5" fmla="*/ 0 h 1385887"/>
                      <a:gd name="connsiteX0" fmla="*/ 355599 w 950118"/>
                      <a:gd name="connsiteY0" fmla="*/ 0 h 1385887"/>
                      <a:gd name="connsiteX1" fmla="*/ 950118 w 950118"/>
                      <a:gd name="connsiteY1" fmla="*/ 1028700 h 1385887"/>
                      <a:gd name="connsiteX2" fmla="*/ 761206 w 950118"/>
                      <a:gd name="connsiteY2" fmla="*/ 1119982 h 1385887"/>
                      <a:gd name="connsiteX3" fmla="*/ 474662 w 950118"/>
                      <a:gd name="connsiteY3" fmla="*/ 1385887 h 1385887"/>
                      <a:gd name="connsiteX4" fmla="*/ 0 w 950118"/>
                      <a:gd name="connsiteY4" fmla="*/ 15080 h 1385887"/>
                      <a:gd name="connsiteX5" fmla="*/ 355599 w 950118"/>
                      <a:gd name="connsiteY5" fmla="*/ 0 h 1385887"/>
                      <a:gd name="connsiteX0" fmla="*/ 1103312 w 1697831"/>
                      <a:gd name="connsiteY0" fmla="*/ 118270 h 1504157"/>
                      <a:gd name="connsiteX1" fmla="*/ 1697831 w 1697831"/>
                      <a:gd name="connsiteY1" fmla="*/ 1146970 h 1504157"/>
                      <a:gd name="connsiteX2" fmla="*/ 1508919 w 1697831"/>
                      <a:gd name="connsiteY2" fmla="*/ 1238252 h 1504157"/>
                      <a:gd name="connsiteX3" fmla="*/ 1222375 w 1697831"/>
                      <a:gd name="connsiteY3" fmla="*/ 1504157 h 1504157"/>
                      <a:gd name="connsiteX4" fmla="*/ 0 w 1697831"/>
                      <a:gd name="connsiteY4" fmla="*/ 0 h 1504157"/>
                      <a:gd name="connsiteX5" fmla="*/ 747713 w 1697831"/>
                      <a:gd name="connsiteY5" fmla="*/ 133350 h 1504157"/>
                      <a:gd name="connsiteX6" fmla="*/ 1103312 w 1697831"/>
                      <a:gd name="connsiteY6" fmla="*/ 118270 h 1504157"/>
                      <a:gd name="connsiteX0" fmla="*/ 1125537 w 1720056"/>
                      <a:gd name="connsiteY0" fmla="*/ 118270 h 1504157"/>
                      <a:gd name="connsiteX1" fmla="*/ 1720056 w 1720056"/>
                      <a:gd name="connsiteY1" fmla="*/ 1146970 h 1504157"/>
                      <a:gd name="connsiteX2" fmla="*/ 1531144 w 1720056"/>
                      <a:gd name="connsiteY2" fmla="*/ 1238252 h 1504157"/>
                      <a:gd name="connsiteX3" fmla="*/ 1244600 w 1720056"/>
                      <a:gd name="connsiteY3" fmla="*/ 1504157 h 1504157"/>
                      <a:gd name="connsiteX4" fmla="*/ 0 w 1720056"/>
                      <a:gd name="connsiteY4" fmla="*/ 0 h 1504157"/>
                      <a:gd name="connsiteX5" fmla="*/ 769938 w 1720056"/>
                      <a:gd name="connsiteY5" fmla="*/ 133350 h 1504157"/>
                      <a:gd name="connsiteX6" fmla="*/ 1125537 w 1720056"/>
                      <a:gd name="connsiteY6" fmla="*/ 118270 h 1504157"/>
                      <a:gd name="connsiteX0" fmla="*/ 1409496 w 2004015"/>
                      <a:gd name="connsiteY0" fmla="*/ 196948 h 1582835"/>
                      <a:gd name="connsiteX1" fmla="*/ 2004015 w 2004015"/>
                      <a:gd name="connsiteY1" fmla="*/ 1225648 h 1582835"/>
                      <a:gd name="connsiteX2" fmla="*/ 1815103 w 2004015"/>
                      <a:gd name="connsiteY2" fmla="*/ 1316930 h 1582835"/>
                      <a:gd name="connsiteX3" fmla="*/ 1528559 w 2004015"/>
                      <a:gd name="connsiteY3" fmla="*/ 1582835 h 1582835"/>
                      <a:gd name="connsiteX4" fmla="*/ 68060 w 2004015"/>
                      <a:gd name="connsiteY4" fmla="*/ 116778 h 1582835"/>
                      <a:gd name="connsiteX5" fmla="*/ 283959 w 2004015"/>
                      <a:gd name="connsiteY5" fmla="*/ 78678 h 1582835"/>
                      <a:gd name="connsiteX6" fmla="*/ 1053897 w 2004015"/>
                      <a:gd name="connsiteY6" fmla="*/ 212028 h 1582835"/>
                      <a:gd name="connsiteX7" fmla="*/ 1409496 w 2004015"/>
                      <a:gd name="connsiteY7" fmla="*/ 196948 h 1582835"/>
                      <a:gd name="connsiteX0" fmla="*/ 1345336 w 1939855"/>
                      <a:gd name="connsiteY0" fmla="*/ 118937 h 1504824"/>
                      <a:gd name="connsiteX1" fmla="*/ 1939855 w 1939855"/>
                      <a:gd name="connsiteY1" fmla="*/ 1147637 h 1504824"/>
                      <a:gd name="connsiteX2" fmla="*/ 1750943 w 1939855"/>
                      <a:gd name="connsiteY2" fmla="*/ 1238919 h 1504824"/>
                      <a:gd name="connsiteX3" fmla="*/ 1464399 w 1939855"/>
                      <a:gd name="connsiteY3" fmla="*/ 1504824 h 1504824"/>
                      <a:gd name="connsiteX4" fmla="*/ 3900 w 1939855"/>
                      <a:gd name="connsiteY4" fmla="*/ 38767 h 1504824"/>
                      <a:gd name="connsiteX5" fmla="*/ 219799 w 1939855"/>
                      <a:gd name="connsiteY5" fmla="*/ 667 h 1504824"/>
                      <a:gd name="connsiteX6" fmla="*/ 989737 w 1939855"/>
                      <a:gd name="connsiteY6" fmla="*/ 134017 h 1504824"/>
                      <a:gd name="connsiteX7" fmla="*/ 1345336 w 1939855"/>
                      <a:gd name="connsiteY7" fmla="*/ 118937 h 1504824"/>
                      <a:gd name="connsiteX0" fmla="*/ 1345479 w 1939998"/>
                      <a:gd name="connsiteY0" fmla="*/ 131825 h 1517712"/>
                      <a:gd name="connsiteX1" fmla="*/ 1939998 w 1939998"/>
                      <a:gd name="connsiteY1" fmla="*/ 1160525 h 1517712"/>
                      <a:gd name="connsiteX2" fmla="*/ 1751086 w 1939998"/>
                      <a:gd name="connsiteY2" fmla="*/ 1251807 h 1517712"/>
                      <a:gd name="connsiteX3" fmla="*/ 1464542 w 1939998"/>
                      <a:gd name="connsiteY3" fmla="*/ 1517712 h 1517712"/>
                      <a:gd name="connsiteX4" fmla="*/ 4043 w 1939998"/>
                      <a:gd name="connsiteY4" fmla="*/ 51655 h 1517712"/>
                      <a:gd name="connsiteX5" fmla="*/ 219942 w 1939998"/>
                      <a:gd name="connsiteY5" fmla="*/ 13555 h 1517712"/>
                      <a:gd name="connsiteX6" fmla="*/ 989880 w 1939998"/>
                      <a:gd name="connsiteY6" fmla="*/ 146905 h 1517712"/>
                      <a:gd name="connsiteX7" fmla="*/ 1345479 w 1939998"/>
                      <a:gd name="connsiteY7" fmla="*/ 131825 h 1517712"/>
                      <a:gd name="connsiteX0" fmla="*/ 1345479 w 1939998"/>
                      <a:gd name="connsiteY0" fmla="*/ 134449 h 1520336"/>
                      <a:gd name="connsiteX1" fmla="*/ 1939998 w 1939998"/>
                      <a:gd name="connsiteY1" fmla="*/ 1163149 h 1520336"/>
                      <a:gd name="connsiteX2" fmla="*/ 1751086 w 1939998"/>
                      <a:gd name="connsiteY2" fmla="*/ 1254431 h 1520336"/>
                      <a:gd name="connsiteX3" fmla="*/ 1464542 w 1939998"/>
                      <a:gd name="connsiteY3" fmla="*/ 1520336 h 1520336"/>
                      <a:gd name="connsiteX4" fmla="*/ 4043 w 1939998"/>
                      <a:gd name="connsiteY4" fmla="*/ 54279 h 1520336"/>
                      <a:gd name="connsiteX5" fmla="*/ 219942 w 1939998"/>
                      <a:gd name="connsiteY5" fmla="*/ 16179 h 1520336"/>
                      <a:gd name="connsiteX6" fmla="*/ 989880 w 1939998"/>
                      <a:gd name="connsiteY6" fmla="*/ 149529 h 1520336"/>
                      <a:gd name="connsiteX7" fmla="*/ 1345479 w 1939998"/>
                      <a:gd name="connsiteY7" fmla="*/ 134449 h 1520336"/>
                      <a:gd name="connsiteX0" fmla="*/ 1343514 w 1938033"/>
                      <a:gd name="connsiteY0" fmla="*/ 122899 h 1508786"/>
                      <a:gd name="connsiteX1" fmla="*/ 1938033 w 1938033"/>
                      <a:gd name="connsiteY1" fmla="*/ 1151599 h 1508786"/>
                      <a:gd name="connsiteX2" fmla="*/ 1749121 w 1938033"/>
                      <a:gd name="connsiteY2" fmla="*/ 1242881 h 1508786"/>
                      <a:gd name="connsiteX3" fmla="*/ 1462577 w 1938033"/>
                      <a:gd name="connsiteY3" fmla="*/ 1508786 h 1508786"/>
                      <a:gd name="connsiteX4" fmla="*/ 2078 w 1938033"/>
                      <a:gd name="connsiteY4" fmla="*/ 42729 h 1508786"/>
                      <a:gd name="connsiteX5" fmla="*/ 217977 w 1938033"/>
                      <a:gd name="connsiteY5" fmla="*/ 4629 h 1508786"/>
                      <a:gd name="connsiteX6" fmla="*/ 987915 w 1938033"/>
                      <a:gd name="connsiteY6" fmla="*/ 137979 h 1508786"/>
                      <a:gd name="connsiteX7" fmla="*/ 1343514 w 1938033"/>
                      <a:gd name="connsiteY7" fmla="*/ 122899 h 1508786"/>
                      <a:gd name="connsiteX0" fmla="*/ 1343514 w 1938033"/>
                      <a:gd name="connsiteY0" fmla="*/ 122899 h 1508786"/>
                      <a:gd name="connsiteX1" fmla="*/ 1938033 w 1938033"/>
                      <a:gd name="connsiteY1" fmla="*/ 1151599 h 1508786"/>
                      <a:gd name="connsiteX2" fmla="*/ 1749121 w 1938033"/>
                      <a:gd name="connsiteY2" fmla="*/ 1242881 h 1508786"/>
                      <a:gd name="connsiteX3" fmla="*/ 1462577 w 1938033"/>
                      <a:gd name="connsiteY3" fmla="*/ 1508786 h 1508786"/>
                      <a:gd name="connsiteX4" fmla="*/ 297354 w 1938033"/>
                      <a:gd name="connsiteY4" fmla="*/ 369753 h 1508786"/>
                      <a:gd name="connsiteX5" fmla="*/ 2078 w 1938033"/>
                      <a:gd name="connsiteY5" fmla="*/ 42729 h 1508786"/>
                      <a:gd name="connsiteX6" fmla="*/ 217977 w 1938033"/>
                      <a:gd name="connsiteY6" fmla="*/ 4629 h 1508786"/>
                      <a:gd name="connsiteX7" fmla="*/ 987915 w 1938033"/>
                      <a:gd name="connsiteY7" fmla="*/ 137979 h 1508786"/>
                      <a:gd name="connsiteX8" fmla="*/ 1343514 w 1938033"/>
                      <a:gd name="connsiteY8" fmla="*/ 122899 h 1508786"/>
                      <a:gd name="connsiteX0" fmla="*/ 1870254 w 2464773"/>
                      <a:gd name="connsiteY0" fmla="*/ 122899 h 1508786"/>
                      <a:gd name="connsiteX1" fmla="*/ 2464773 w 2464773"/>
                      <a:gd name="connsiteY1" fmla="*/ 1151599 h 1508786"/>
                      <a:gd name="connsiteX2" fmla="*/ 2275861 w 2464773"/>
                      <a:gd name="connsiteY2" fmla="*/ 1242881 h 1508786"/>
                      <a:gd name="connsiteX3" fmla="*/ 1989317 w 2464773"/>
                      <a:gd name="connsiteY3" fmla="*/ 1508786 h 1508786"/>
                      <a:gd name="connsiteX4" fmla="*/ 49394 w 2464773"/>
                      <a:gd name="connsiteY4" fmla="*/ 201478 h 1508786"/>
                      <a:gd name="connsiteX5" fmla="*/ 528818 w 2464773"/>
                      <a:gd name="connsiteY5" fmla="*/ 42729 h 1508786"/>
                      <a:gd name="connsiteX6" fmla="*/ 744717 w 2464773"/>
                      <a:gd name="connsiteY6" fmla="*/ 4629 h 1508786"/>
                      <a:gd name="connsiteX7" fmla="*/ 1514655 w 2464773"/>
                      <a:gd name="connsiteY7" fmla="*/ 137979 h 1508786"/>
                      <a:gd name="connsiteX8" fmla="*/ 1870254 w 2464773"/>
                      <a:gd name="connsiteY8" fmla="*/ 122899 h 1508786"/>
                      <a:gd name="connsiteX0" fmla="*/ 1820867 w 2415386"/>
                      <a:gd name="connsiteY0" fmla="*/ 122899 h 1508786"/>
                      <a:gd name="connsiteX1" fmla="*/ 2415386 w 2415386"/>
                      <a:gd name="connsiteY1" fmla="*/ 1151599 h 1508786"/>
                      <a:gd name="connsiteX2" fmla="*/ 2226474 w 2415386"/>
                      <a:gd name="connsiteY2" fmla="*/ 1242881 h 1508786"/>
                      <a:gd name="connsiteX3" fmla="*/ 1939930 w 2415386"/>
                      <a:gd name="connsiteY3" fmla="*/ 1508786 h 1508786"/>
                      <a:gd name="connsiteX4" fmla="*/ 7 w 2415386"/>
                      <a:gd name="connsiteY4" fmla="*/ 201478 h 1508786"/>
                      <a:gd name="connsiteX5" fmla="*/ 479431 w 2415386"/>
                      <a:gd name="connsiteY5" fmla="*/ 42729 h 1508786"/>
                      <a:gd name="connsiteX6" fmla="*/ 695330 w 2415386"/>
                      <a:gd name="connsiteY6" fmla="*/ 4629 h 1508786"/>
                      <a:gd name="connsiteX7" fmla="*/ 1465268 w 2415386"/>
                      <a:gd name="connsiteY7" fmla="*/ 137979 h 1508786"/>
                      <a:gd name="connsiteX8" fmla="*/ 1820867 w 2415386"/>
                      <a:gd name="connsiteY8" fmla="*/ 122899 h 1508786"/>
                      <a:gd name="connsiteX0" fmla="*/ 1820868 w 2415387"/>
                      <a:gd name="connsiteY0" fmla="*/ 122874 h 1508761"/>
                      <a:gd name="connsiteX1" fmla="*/ 2415387 w 2415387"/>
                      <a:gd name="connsiteY1" fmla="*/ 1151574 h 1508761"/>
                      <a:gd name="connsiteX2" fmla="*/ 2226475 w 2415387"/>
                      <a:gd name="connsiteY2" fmla="*/ 1242856 h 1508761"/>
                      <a:gd name="connsiteX3" fmla="*/ 1939931 w 2415387"/>
                      <a:gd name="connsiteY3" fmla="*/ 1508761 h 1508761"/>
                      <a:gd name="connsiteX4" fmla="*/ 8 w 2415387"/>
                      <a:gd name="connsiteY4" fmla="*/ 201453 h 1508761"/>
                      <a:gd name="connsiteX5" fmla="*/ 479432 w 2415387"/>
                      <a:gd name="connsiteY5" fmla="*/ 42704 h 1508761"/>
                      <a:gd name="connsiteX6" fmla="*/ 695331 w 2415387"/>
                      <a:gd name="connsiteY6" fmla="*/ 4604 h 1508761"/>
                      <a:gd name="connsiteX7" fmla="*/ 1465269 w 2415387"/>
                      <a:gd name="connsiteY7" fmla="*/ 137954 h 1508761"/>
                      <a:gd name="connsiteX8" fmla="*/ 1820868 w 2415387"/>
                      <a:gd name="connsiteY8" fmla="*/ 122874 h 1508761"/>
                      <a:gd name="connsiteX0" fmla="*/ 1820869 w 2415388"/>
                      <a:gd name="connsiteY0" fmla="*/ 122874 h 1508761"/>
                      <a:gd name="connsiteX1" fmla="*/ 2415388 w 2415388"/>
                      <a:gd name="connsiteY1" fmla="*/ 1151574 h 1508761"/>
                      <a:gd name="connsiteX2" fmla="*/ 2226476 w 2415388"/>
                      <a:gd name="connsiteY2" fmla="*/ 1242856 h 1508761"/>
                      <a:gd name="connsiteX3" fmla="*/ 1939932 w 2415388"/>
                      <a:gd name="connsiteY3" fmla="*/ 1508761 h 1508761"/>
                      <a:gd name="connsiteX4" fmla="*/ 9 w 2415388"/>
                      <a:gd name="connsiteY4" fmla="*/ 201453 h 1508761"/>
                      <a:gd name="connsiteX5" fmla="*/ 447683 w 2415388"/>
                      <a:gd name="connsiteY5" fmla="*/ 42704 h 1508761"/>
                      <a:gd name="connsiteX6" fmla="*/ 695332 w 2415388"/>
                      <a:gd name="connsiteY6" fmla="*/ 4604 h 1508761"/>
                      <a:gd name="connsiteX7" fmla="*/ 1465270 w 2415388"/>
                      <a:gd name="connsiteY7" fmla="*/ 137954 h 1508761"/>
                      <a:gd name="connsiteX8" fmla="*/ 1820869 w 2415388"/>
                      <a:gd name="connsiteY8" fmla="*/ 122874 h 1508761"/>
                      <a:gd name="connsiteX0" fmla="*/ 1820860 w 2415379"/>
                      <a:gd name="connsiteY0" fmla="*/ 122874 h 1508761"/>
                      <a:gd name="connsiteX1" fmla="*/ 2415379 w 2415379"/>
                      <a:gd name="connsiteY1" fmla="*/ 1151574 h 1508761"/>
                      <a:gd name="connsiteX2" fmla="*/ 2226467 w 2415379"/>
                      <a:gd name="connsiteY2" fmla="*/ 1242856 h 1508761"/>
                      <a:gd name="connsiteX3" fmla="*/ 1939923 w 2415379"/>
                      <a:gd name="connsiteY3" fmla="*/ 1508761 h 1508761"/>
                      <a:gd name="connsiteX4" fmla="*/ 0 w 2415379"/>
                      <a:gd name="connsiteY4" fmla="*/ 201453 h 1508761"/>
                      <a:gd name="connsiteX5" fmla="*/ 447674 w 2415379"/>
                      <a:gd name="connsiteY5" fmla="*/ 42704 h 1508761"/>
                      <a:gd name="connsiteX6" fmla="*/ 695323 w 2415379"/>
                      <a:gd name="connsiteY6" fmla="*/ 4604 h 1508761"/>
                      <a:gd name="connsiteX7" fmla="*/ 1465261 w 2415379"/>
                      <a:gd name="connsiteY7" fmla="*/ 137954 h 1508761"/>
                      <a:gd name="connsiteX8" fmla="*/ 1820860 w 2415379"/>
                      <a:gd name="connsiteY8" fmla="*/ 122874 h 1508761"/>
                      <a:gd name="connsiteX0" fmla="*/ 2363064 w 2957583"/>
                      <a:gd name="connsiteY0" fmla="*/ 122874 h 1508761"/>
                      <a:gd name="connsiteX1" fmla="*/ 2957583 w 2957583"/>
                      <a:gd name="connsiteY1" fmla="*/ 1151574 h 1508761"/>
                      <a:gd name="connsiteX2" fmla="*/ 2768671 w 2957583"/>
                      <a:gd name="connsiteY2" fmla="*/ 1242856 h 1508761"/>
                      <a:gd name="connsiteX3" fmla="*/ 2482127 w 2957583"/>
                      <a:gd name="connsiteY3" fmla="*/ 1508761 h 1508761"/>
                      <a:gd name="connsiteX4" fmla="*/ 78654 w 2957583"/>
                      <a:gd name="connsiteY4" fmla="*/ 649128 h 1508761"/>
                      <a:gd name="connsiteX5" fmla="*/ 542204 w 2957583"/>
                      <a:gd name="connsiteY5" fmla="*/ 201453 h 1508761"/>
                      <a:gd name="connsiteX6" fmla="*/ 989878 w 2957583"/>
                      <a:gd name="connsiteY6" fmla="*/ 42704 h 1508761"/>
                      <a:gd name="connsiteX7" fmla="*/ 1237527 w 2957583"/>
                      <a:gd name="connsiteY7" fmla="*/ 4604 h 1508761"/>
                      <a:gd name="connsiteX8" fmla="*/ 2007465 w 2957583"/>
                      <a:gd name="connsiteY8" fmla="*/ 137954 h 1508761"/>
                      <a:gd name="connsiteX9" fmla="*/ 2363064 w 2957583"/>
                      <a:gd name="connsiteY9" fmla="*/ 122874 h 1508761"/>
                      <a:gd name="connsiteX0" fmla="*/ 2368918 w 2963437"/>
                      <a:gd name="connsiteY0" fmla="*/ 122874 h 1508761"/>
                      <a:gd name="connsiteX1" fmla="*/ 2963437 w 2963437"/>
                      <a:gd name="connsiteY1" fmla="*/ 1151574 h 1508761"/>
                      <a:gd name="connsiteX2" fmla="*/ 2774525 w 2963437"/>
                      <a:gd name="connsiteY2" fmla="*/ 1242856 h 1508761"/>
                      <a:gd name="connsiteX3" fmla="*/ 2487981 w 2963437"/>
                      <a:gd name="connsiteY3" fmla="*/ 1508761 h 1508761"/>
                      <a:gd name="connsiteX4" fmla="*/ 78158 w 2963437"/>
                      <a:gd name="connsiteY4" fmla="*/ 639603 h 1508761"/>
                      <a:gd name="connsiteX5" fmla="*/ 548058 w 2963437"/>
                      <a:gd name="connsiteY5" fmla="*/ 201453 h 1508761"/>
                      <a:gd name="connsiteX6" fmla="*/ 995732 w 2963437"/>
                      <a:gd name="connsiteY6" fmla="*/ 42704 h 1508761"/>
                      <a:gd name="connsiteX7" fmla="*/ 1243381 w 2963437"/>
                      <a:gd name="connsiteY7" fmla="*/ 4604 h 1508761"/>
                      <a:gd name="connsiteX8" fmla="*/ 2013319 w 2963437"/>
                      <a:gd name="connsiteY8" fmla="*/ 137954 h 1508761"/>
                      <a:gd name="connsiteX9" fmla="*/ 2368918 w 2963437"/>
                      <a:gd name="connsiteY9" fmla="*/ 122874 h 1508761"/>
                      <a:gd name="connsiteX0" fmla="*/ 2290760 w 2885279"/>
                      <a:gd name="connsiteY0" fmla="*/ 122874 h 1508761"/>
                      <a:gd name="connsiteX1" fmla="*/ 2885279 w 2885279"/>
                      <a:gd name="connsiteY1" fmla="*/ 1151574 h 1508761"/>
                      <a:gd name="connsiteX2" fmla="*/ 2696367 w 2885279"/>
                      <a:gd name="connsiteY2" fmla="*/ 1242856 h 1508761"/>
                      <a:gd name="connsiteX3" fmla="*/ 2409823 w 2885279"/>
                      <a:gd name="connsiteY3" fmla="*/ 1508761 h 1508761"/>
                      <a:gd name="connsiteX4" fmla="*/ 0 w 2885279"/>
                      <a:gd name="connsiteY4" fmla="*/ 639603 h 1508761"/>
                      <a:gd name="connsiteX5" fmla="*/ 469900 w 2885279"/>
                      <a:gd name="connsiteY5" fmla="*/ 201453 h 1508761"/>
                      <a:gd name="connsiteX6" fmla="*/ 917574 w 2885279"/>
                      <a:gd name="connsiteY6" fmla="*/ 42704 h 1508761"/>
                      <a:gd name="connsiteX7" fmla="*/ 1165223 w 2885279"/>
                      <a:gd name="connsiteY7" fmla="*/ 4604 h 1508761"/>
                      <a:gd name="connsiteX8" fmla="*/ 1935161 w 2885279"/>
                      <a:gd name="connsiteY8" fmla="*/ 137954 h 1508761"/>
                      <a:gd name="connsiteX9" fmla="*/ 2290760 w 2885279"/>
                      <a:gd name="connsiteY9" fmla="*/ 122874 h 1508761"/>
                      <a:gd name="connsiteX0" fmla="*/ 2290760 w 2885279"/>
                      <a:gd name="connsiteY0" fmla="*/ 122874 h 1508761"/>
                      <a:gd name="connsiteX1" fmla="*/ 2885279 w 2885279"/>
                      <a:gd name="connsiteY1" fmla="*/ 1151574 h 1508761"/>
                      <a:gd name="connsiteX2" fmla="*/ 2696367 w 2885279"/>
                      <a:gd name="connsiteY2" fmla="*/ 1242856 h 1508761"/>
                      <a:gd name="connsiteX3" fmla="*/ 2409823 w 2885279"/>
                      <a:gd name="connsiteY3" fmla="*/ 1508761 h 1508761"/>
                      <a:gd name="connsiteX4" fmla="*/ 0 w 2885279"/>
                      <a:gd name="connsiteY4" fmla="*/ 639603 h 1508761"/>
                      <a:gd name="connsiteX5" fmla="*/ 469900 w 2885279"/>
                      <a:gd name="connsiteY5" fmla="*/ 201453 h 1508761"/>
                      <a:gd name="connsiteX6" fmla="*/ 917574 w 2885279"/>
                      <a:gd name="connsiteY6" fmla="*/ 42704 h 1508761"/>
                      <a:gd name="connsiteX7" fmla="*/ 1165223 w 2885279"/>
                      <a:gd name="connsiteY7" fmla="*/ 4604 h 1508761"/>
                      <a:gd name="connsiteX8" fmla="*/ 1935161 w 2885279"/>
                      <a:gd name="connsiteY8" fmla="*/ 137954 h 1508761"/>
                      <a:gd name="connsiteX9" fmla="*/ 2290760 w 2885279"/>
                      <a:gd name="connsiteY9" fmla="*/ 122874 h 1508761"/>
                      <a:gd name="connsiteX0" fmla="*/ 2290760 w 2885279"/>
                      <a:gd name="connsiteY0" fmla="*/ 122874 h 1508761"/>
                      <a:gd name="connsiteX1" fmla="*/ 2885279 w 2885279"/>
                      <a:gd name="connsiteY1" fmla="*/ 1151574 h 1508761"/>
                      <a:gd name="connsiteX2" fmla="*/ 2696367 w 2885279"/>
                      <a:gd name="connsiteY2" fmla="*/ 1242856 h 1508761"/>
                      <a:gd name="connsiteX3" fmla="*/ 2409823 w 2885279"/>
                      <a:gd name="connsiteY3" fmla="*/ 1508761 h 1508761"/>
                      <a:gd name="connsiteX4" fmla="*/ 0 w 2885279"/>
                      <a:gd name="connsiteY4" fmla="*/ 639603 h 1508761"/>
                      <a:gd name="connsiteX5" fmla="*/ 469900 w 2885279"/>
                      <a:gd name="connsiteY5" fmla="*/ 201453 h 1508761"/>
                      <a:gd name="connsiteX6" fmla="*/ 917574 w 2885279"/>
                      <a:gd name="connsiteY6" fmla="*/ 42704 h 1508761"/>
                      <a:gd name="connsiteX7" fmla="*/ 1165223 w 2885279"/>
                      <a:gd name="connsiteY7" fmla="*/ 4604 h 1508761"/>
                      <a:gd name="connsiteX8" fmla="*/ 1935161 w 2885279"/>
                      <a:gd name="connsiteY8" fmla="*/ 137954 h 1508761"/>
                      <a:gd name="connsiteX9" fmla="*/ 2290760 w 2885279"/>
                      <a:gd name="connsiteY9" fmla="*/ 122874 h 1508761"/>
                      <a:gd name="connsiteX0" fmla="*/ 2290760 w 2885279"/>
                      <a:gd name="connsiteY0" fmla="*/ 122874 h 1508761"/>
                      <a:gd name="connsiteX1" fmla="*/ 2885279 w 2885279"/>
                      <a:gd name="connsiteY1" fmla="*/ 1151574 h 1508761"/>
                      <a:gd name="connsiteX2" fmla="*/ 2696367 w 2885279"/>
                      <a:gd name="connsiteY2" fmla="*/ 1242856 h 1508761"/>
                      <a:gd name="connsiteX3" fmla="*/ 2409823 w 2885279"/>
                      <a:gd name="connsiteY3" fmla="*/ 1508761 h 1508761"/>
                      <a:gd name="connsiteX4" fmla="*/ 0 w 2885279"/>
                      <a:gd name="connsiteY4" fmla="*/ 639603 h 1508761"/>
                      <a:gd name="connsiteX5" fmla="*/ 469900 w 2885279"/>
                      <a:gd name="connsiteY5" fmla="*/ 201453 h 1508761"/>
                      <a:gd name="connsiteX6" fmla="*/ 917574 w 2885279"/>
                      <a:gd name="connsiteY6" fmla="*/ 42704 h 1508761"/>
                      <a:gd name="connsiteX7" fmla="*/ 1165223 w 2885279"/>
                      <a:gd name="connsiteY7" fmla="*/ 4604 h 1508761"/>
                      <a:gd name="connsiteX8" fmla="*/ 1935161 w 2885279"/>
                      <a:gd name="connsiteY8" fmla="*/ 137954 h 1508761"/>
                      <a:gd name="connsiteX9" fmla="*/ 2290760 w 2885279"/>
                      <a:gd name="connsiteY9" fmla="*/ 122874 h 1508761"/>
                      <a:gd name="connsiteX0" fmla="*/ 2291457 w 2885976"/>
                      <a:gd name="connsiteY0" fmla="*/ 122874 h 1508761"/>
                      <a:gd name="connsiteX1" fmla="*/ 2885976 w 2885976"/>
                      <a:gd name="connsiteY1" fmla="*/ 1151574 h 1508761"/>
                      <a:gd name="connsiteX2" fmla="*/ 2697064 w 2885976"/>
                      <a:gd name="connsiteY2" fmla="*/ 1242856 h 1508761"/>
                      <a:gd name="connsiteX3" fmla="*/ 2410520 w 2885976"/>
                      <a:gd name="connsiteY3" fmla="*/ 1508761 h 1508761"/>
                      <a:gd name="connsiteX4" fmla="*/ 697 w 2885976"/>
                      <a:gd name="connsiteY4" fmla="*/ 639603 h 1508761"/>
                      <a:gd name="connsiteX5" fmla="*/ 470597 w 2885976"/>
                      <a:gd name="connsiteY5" fmla="*/ 201453 h 1508761"/>
                      <a:gd name="connsiteX6" fmla="*/ 918271 w 2885976"/>
                      <a:gd name="connsiteY6" fmla="*/ 42704 h 1508761"/>
                      <a:gd name="connsiteX7" fmla="*/ 1165920 w 2885976"/>
                      <a:gd name="connsiteY7" fmla="*/ 4604 h 1508761"/>
                      <a:gd name="connsiteX8" fmla="*/ 1935858 w 2885976"/>
                      <a:gd name="connsiteY8" fmla="*/ 137954 h 1508761"/>
                      <a:gd name="connsiteX9" fmla="*/ 2291457 w 2885976"/>
                      <a:gd name="connsiteY9" fmla="*/ 122874 h 1508761"/>
                      <a:gd name="connsiteX0" fmla="*/ 2343833 w 2938352"/>
                      <a:gd name="connsiteY0" fmla="*/ 122874 h 1508761"/>
                      <a:gd name="connsiteX1" fmla="*/ 2938352 w 2938352"/>
                      <a:gd name="connsiteY1" fmla="*/ 1151574 h 1508761"/>
                      <a:gd name="connsiteX2" fmla="*/ 2749440 w 2938352"/>
                      <a:gd name="connsiteY2" fmla="*/ 1242856 h 1508761"/>
                      <a:gd name="connsiteX3" fmla="*/ 2462896 w 2938352"/>
                      <a:gd name="connsiteY3" fmla="*/ 1508761 h 1508761"/>
                      <a:gd name="connsiteX4" fmla="*/ 282467 w 2938352"/>
                      <a:gd name="connsiteY4" fmla="*/ 747553 h 1508761"/>
                      <a:gd name="connsiteX5" fmla="*/ 53073 w 2938352"/>
                      <a:gd name="connsiteY5" fmla="*/ 639603 h 1508761"/>
                      <a:gd name="connsiteX6" fmla="*/ 522973 w 2938352"/>
                      <a:gd name="connsiteY6" fmla="*/ 201453 h 1508761"/>
                      <a:gd name="connsiteX7" fmla="*/ 970647 w 2938352"/>
                      <a:gd name="connsiteY7" fmla="*/ 42704 h 1508761"/>
                      <a:gd name="connsiteX8" fmla="*/ 1218296 w 2938352"/>
                      <a:gd name="connsiteY8" fmla="*/ 4604 h 1508761"/>
                      <a:gd name="connsiteX9" fmla="*/ 1988234 w 2938352"/>
                      <a:gd name="connsiteY9" fmla="*/ 137954 h 1508761"/>
                      <a:gd name="connsiteX10" fmla="*/ 2343833 w 2938352"/>
                      <a:gd name="connsiteY10" fmla="*/ 122874 h 1508761"/>
                      <a:gd name="connsiteX0" fmla="*/ 2302580 w 2897099"/>
                      <a:gd name="connsiteY0" fmla="*/ 122874 h 1508761"/>
                      <a:gd name="connsiteX1" fmla="*/ 2897099 w 2897099"/>
                      <a:gd name="connsiteY1" fmla="*/ 1151574 h 1508761"/>
                      <a:gd name="connsiteX2" fmla="*/ 2708187 w 2897099"/>
                      <a:gd name="connsiteY2" fmla="*/ 1242856 h 1508761"/>
                      <a:gd name="connsiteX3" fmla="*/ 2421643 w 2897099"/>
                      <a:gd name="connsiteY3" fmla="*/ 1508761 h 1508761"/>
                      <a:gd name="connsiteX4" fmla="*/ 241214 w 2897099"/>
                      <a:gd name="connsiteY4" fmla="*/ 747553 h 1508761"/>
                      <a:gd name="connsiteX5" fmla="*/ 11820 w 2897099"/>
                      <a:gd name="connsiteY5" fmla="*/ 639603 h 1508761"/>
                      <a:gd name="connsiteX6" fmla="*/ 481720 w 2897099"/>
                      <a:gd name="connsiteY6" fmla="*/ 201453 h 1508761"/>
                      <a:gd name="connsiteX7" fmla="*/ 929394 w 2897099"/>
                      <a:gd name="connsiteY7" fmla="*/ 42704 h 1508761"/>
                      <a:gd name="connsiteX8" fmla="*/ 1177043 w 2897099"/>
                      <a:gd name="connsiteY8" fmla="*/ 4604 h 1508761"/>
                      <a:gd name="connsiteX9" fmla="*/ 1946981 w 2897099"/>
                      <a:gd name="connsiteY9" fmla="*/ 137954 h 1508761"/>
                      <a:gd name="connsiteX10" fmla="*/ 2302580 w 2897099"/>
                      <a:gd name="connsiteY10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238857 w 2894742"/>
                      <a:gd name="connsiteY4" fmla="*/ 747553 h 1508761"/>
                      <a:gd name="connsiteX5" fmla="*/ 9463 w 2894742"/>
                      <a:gd name="connsiteY5" fmla="*/ 639603 h 1508761"/>
                      <a:gd name="connsiteX6" fmla="*/ 479363 w 2894742"/>
                      <a:gd name="connsiteY6" fmla="*/ 201453 h 1508761"/>
                      <a:gd name="connsiteX7" fmla="*/ 927037 w 2894742"/>
                      <a:gd name="connsiteY7" fmla="*/ 42704 h 1508761"/>
                      <a:gd name="connsiteX8" fmla="*/ 1174686 w 2894742"/>
                      <a:gd name="connsiteY8" fmla="*/ 4604 h 1508761"/>
                      <a:gd name="connsiteX9" fmla="*/ 1944624 w 2894742"/>
                      <a:gd name="connsiteY9" fmla="*/ 137954 h 1508761"/>
                      <a:gd name="connsiteX10" fmla="*/ 2300223 w 2894742"/>
                      <a:gd name="connsiteY10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238857 w 2894742"/>
                      <a:gd name="connsiteY4" fmla="*/ 747553 h 1508761"/>
                      <a:gd name="connsiteX5" fmla="*/ 9463 w 2894742"/>
                      <a:gd name="connsiteY5" fmla="*/ 639603 h 1508761"/>
                      <a:gd name="connsiteX6" fmla="*/ 479363 w 2894742"/>
                      <a:gd name="connsiteY6" fmla="*/ 201453 h 1508761"/>
                      <a:gd name="connsiteX7" fmla="*/ 927037 w 2894742"/>
                      <a:gd name="connsiteY7" fmla="*/ 42704 h 1508761"/>
                      <a:gd name="connsiteX8" fmla="*/ 1174686 w 2894742"/>
                      <a:gd name="connsiteY8" fmla="*/ 4604 h 1508761"/>
                      <a:gd name="connsiteX9" fmla="*/ 1944624 w 2894742"/>
                      <a:gd name="connsiteY9" fmla="*/ 137954 h 1508761"/>
                      <a:gd name="connsiteX10" fmla="*/ 2300223 w 2894742"/>
                      <a:gd name="connsiteY10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622237 w 2894742"/>
                      <a:gd name="connsiteY4" fmla="*/ 896778 h 1508761"/>
                      <a:gd name="connsiteX5" fmla="*/ 238857 w 2894742"/>
                      <a:gd name="connsiteY5" fmla="*/ 747553 h 1508761"/>
                      <a:gd name="connsiteX6" fmla="*/ 9463 w 2894742"/>
                      <a:gd name="connsiteY6" fmla="*/ 639603 h 1508761"/>
                      <a:gd name="connsiteX7" fmla="*/ 479363 w 2894742"/>
                      <a:gd name="connsiteY7" fmla="*/ 201453 h 1508761"/>
                      <a:gd name="connsiteX8" fmla="*/ 927037 w 2894742"/>
                      <a:gd name="connsiteY8" fmla="*/ 42704 h 1508761"/>
                      <a:gd name="connsiteX9" fmla="*/ 1174686 w 2894742"/>
                      <a:gd name="connsiteY9" fmla="*/ 4604 h 1508761"/>
                      <a:gd name="connsiteX10" fmla="*/ 1944624 w 2894742"/>
                      <a:gd name="connsiteY10" fmla="*/ 137954 h 1508761"/>
                      <a:gd name="connsiteX11" fmla="*/ 2300223 w 2894742"/>
                      <a:gd name="connsiteY11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634937 w 2894742"/>
                      <a:gd name="connsiteY4" fmla="*/ 544353 h 1508761"/>
                      <a:gd name="connsiteX5" fmla="*/ 238857 w 2894742"/>
                      <a:gd name="connsiteY5" fmla="*/ 747553 h 1508761"/>
                      <a:gd name="connsiteX6" fmla="*/ 9463 w 2894742"/>
                      <a:gd name="connsiteY6" fmla="*/ 639603 h 1508761"/>
                      <a:gd name="connsiteX7" fmla="*/ 479363 w 2894742"/>
                      <a:gd name="connsiteY7" fmla="*/ 201453 h 1508761"/>
                      <a:gd name="connsiteX8" fmla="*/ 927037 w 2894742"/>
                      <a:gd name="connsiteY8" fmla="*/ 42704 h 1508761"/>
                      <a:gd name="connsiteX9" fmla="*/ 1174686 w 2894742"/>
                      <a:gd name="connsiteY9" fmla="*/ 4604 h 1508761"/>
                      <a:gd name="connsiteX10" fmla="*/ 1944624 w 2894742"/>
                      <a:gd name="connsiteY10" fmla="*/ 137954 h 1508761"/>
                      <a:gd name="connsiteX11" fmla="*/ 2300223 w 2894742"/>
                      <a:gd name="connsiteY11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634937 w 2894742"/>
                      <a:gd name="connsiteY4" fmla="*/ 544353 h 1508761"/>
                      <a:gd name="connsiteX5" fmla="*/ 238857 w 2894742"/>
                      <a:gd name="connsiteY5" fmla="*/ 747553 h 1508761"/>
                      <a:gd name="connsiteX6" fmla="*/ 9463 w 2894742"/>
                      <a:gd name="connsiteY6" fmla="*/ 639603 h 1508761"/>
                      <a:gd name="connsiteX7" fmla="*/ 479363 w 2894742"/>
                      <a:gd name="connsiteY7" fmla="*/ 201453 h 1508761"/>
                      <a:gd name="connsiteX8" fmla="*/ 927037 w 2894742"/>
                      <a:gd name="connsiteY8" fmla="*/ 42704 h 1508761"/>
                      <a:gd name="connsiteX9" fmla="*/ 1174686 w 2894742"/>
                      <a:gd name="connsiteY9" fmla="*/ 4604 h 1508761"/>
                      <a:gd name="connsiteX10" fmla="*/ 1944624 w 2894742"/>
                      <a:gd name="connsiteY10" fmla="*/ 137954 h 1508761"/>
                      <a:gd name="connsiteX11" fmla="*/ 2300223 w 2894742"/>
                      <a:gd name="connsiteY11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634937 w 2894742"/>
                      <a:gd name="connsiteY4" fmla="*/ 544353 h 1508761"/>
                      <a:gd name="connsiteX5" fmla="*/ 238857 w 2894742"/>
                      <a:gd name="connsiteY5" fmla="*/ 747553 h 1508761"/>
                      <a:gd name="connsiteX6" fmla="*/ 9463 w 2894742"/>
                      <a:gd name="connsiteY6" fmla="*/ 639603 h 1508761"/>
                      <a:gd name="connsiteX7" fmla="*/ 479363 w 2894742"/>
                      <a:gd name="connsiteY7" fmla="*/ 201453 h 1508761"/>
                      <a:gd name="connsiteX8" fmla="*/ 927037 w 2894742"/>
                      <a:gd name="connsiteY8" fmla="*/ 42704 h 1508761"/>
                      <a:gd name="connsiteX9" fmla="*/ 1174686 w 2894742"/>
                      <a:gd name="connsiteY9" fmla="*/ 4604 h 1508761"/>
                      <a:gd name="connsiteX10" fmla="*/ 1944624 w 2894742"/>
                      <a:gd name="connsiteY10" fmla="*/ 137954 h 1508761"/>
                      <a:gd name="connsiteX11" fmla="*/ 2300223 w 2894742"/>
                      <a:gd name="connsiteY11" fmla="*/ 122874 h 1508761"/>
                      <a:gd name="connsiteX0" fmla="*/ 2300223 w 2894742"/>
                      <a:gd name="connsiteY0" fmla="*/ 122874 h 1508761"/>
                      <a:gd name="connsiteX1" fmla="*/ 2894742 w 2894742"/>
                      <a:gd name="connsiteY1" fmla="*/ 1151574 h 1508761"/>
                      <a:gd name="connsiteX2" fmla="*/ 2705830 w 2894742"/>
                      <a:gd name="connsiteY2" fmla="*/ 1242856 h 1508761"/>
                      <a:gd name="connsiteX3" fmla="*/ 2419286 w 2894742"/>
                      <a:gd name="connsiteY3" fmla="*/ 1508761 h 1508761"/>
                      <a:gd name="connsiteX4" fmla="*/ 634937 w 2894742"/>
                      <a:gd name="connsiteY4" fmla="*/ 544353 h 1508761"/>
                      <a:gd name="connsiteX5" fmla="*/ 238857 w 2894742"/>
                      <a:gd name="connsiteY5" fmla="*/ 747553 h 1508761"/>
                      <a:gd name="connsiteX6" fmla="*/ 9463 w 2894742"/>
                      <a:gd name="connsiteY6" fmla="*/ 639603 h 1508761"/>
                      <a:gd name="connsiteX7" fmla="*/ 479363 w 2894742"/>
                      <a:gd name="connsiteY7" fmla="*/ 201453 h 1508761"/>
                      <a:gd name="connsiteX8" fmla="*/ 927037 w 2894742"/>
                      <a:gd name="connsiteY8" fmla="*/ 42704 h 1508761"/>
                      <a:gd name="connsiteX9" fmla="*/ 1174686 w 2894742"/>
                      <a:gd name="connsiteY9" fmla="*/ 4604 h 1508761"/>
                      <a:gd name="connsiteX10" fmla="*/ 1944624 w 2894742"/>
                      <a:gd name="connsiteY10" fmla="*/ 137954 h 1508761"/>
                      <a:gd name="connsiteX11" fmla="*/ 2300223 w 2894742"/>
                      <a:gd name="connsiteY11" fmla="*/ 122874 h 1508761"/>
                      <a:gd name="connsiteX0" fmla="*/ 2299986 w 2894505"/>
                      <a:gd name="connsiteY0" fmla="*/ 122874 h 1508761"/>
                      <a:gd name="connsiteX1" fmla="*/ 2894505 w 2894505"/>
                      <a:gd name="connsiteY1" fmla="*/ 1151574 h 1508761"/>
                      <a:gd name="connsiteX2" fmla="*/ 2705593 w 2894505"/>
                      <a:gd name="connsiteY2" fmla="*/ 1242856 h 1508761"/>
                      <a:gd name="connsiteX3" fmla="*/ 2419049 w 2894505"/>
                      <a:gd name="connsiteY3" fmla="*/ 1508761 h 1508761"/>
                      <a:gd name="connsiteX4" fmla="*/ 634700 w 2894505"/>
                      <a:gd name="connsiteY4" fmla="*/ 544353 h 1508761"/>
                      <a:gd name="connsiteX5" fmla="*/ 238620 w 2894505"/>
                      <a:gd name="connsiteY5" fmla="*/ 747553 h 1508761"/>
                      <a:gd name="connsiteX6" fmla="*/ 9226 w 2894505"/>
                      <a:gd name="connsiteY6" fmla="*/ 639603 h 1508761"/>
                      <a:gd name="connsiteX7" fmla="*/ 479126 w 2894505"/>
                      <a:gd name="connsiteY7" fmla="*/ 201453 h 1508761"/>
                      <a:gd name="connsiteX8" fmla="*/ 926800 w 2894505"/>
                      <a:gd name="connsiteY8" fmla="*/ 42704 h 1508761"/>
                      <a:gd name="connsiteX9" fmla="*/ 1174449 w 2894505"/>
                      <a:gd name="connsiteY9" fmla="*/ 4604 h 1508761"/>
                      <a:gd name="connsiteX10" fmla="*/ 1944387 w 2894505"/>
                      <a:gd name="connsiteY10" fmla="*/ 137954 h 1508761"/>
                      <a:gd name="connsiteX11" fmla="*/ 2299986 w 2894505"/>
                      <a:gd name="connsiteY11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633349 w 2893154"/>
                      <a:gd name="connsiteY4" fmla="*/ 544353 h 1508761"/>
                      <a:gd name="connsiteX5" fmla="*/ 237269 w 2893154"/>
                      <a:gd name="connsiteY5" fmla="*/ 747553 h 1508761"/>
                      <a:gd name="connsiteX6" fmla="*/ 7875 w 2893154"/>
                      <a:gd name="connsiteY6" fmla="*/ 639603 h 1508761"/>
                      <a:gd name="connsiteX7" fmla="*/ 477775 w 2893154"/>
                      <a:gd name="connsiteY7" fmla="*/ 201453 h 1508761"/>
                      <a:gd name="connsiteX8" fmla="*/ 925449 w 2893154"/>
                      <a:gd name="connsiteY8" fmla="*/ 42704 h 1508761"/>
                      <a:gd name="connsiteX9" fmla="*/ 1173098 w 2893154"/>
                      <a:gd name="connsiteY9" fmla="*/ 4604 h 1508761"/>
                      <a:gd name="connsiteX10" fmla="*/ 1943036 w 2893154"/>
                      <a:gd name="connsiteY10" fmla="*/ 137954 h 1508761"/>
                      <a:gd name="connsiteX11" fmla="*/ 2298635 w 2893154"/>
                      <a:gd name="connsiteY11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633349 w 2893154"/>
                      <a:gd name="connsiteY4" fmla="*/ 544353 h 1508761"/>
                      <a:gd name="connsiteX5" fmla="*/ 237269 w 2893154"/>
                      <a:gd name="connsiteY5" fmla="*/ 747553 h 1508761"/>
                      <a:gd name="connsiteX6" fmla="*/ 7875 w 2893154"/>
                      <a:gd name="connsiteY6" fmla="*/ 639603 h 1508761"/>
                      <a:gd name="connsiteX7" fmla="*/ 477775 w 2893154"/>
                      <a:gd name="connsiteY7" fmla="*/ 201453 h 1508761"/>
                      <a:gd name="connsiteX8" fmla="*/ 925449 w 2893154"/>
                      <a:gd name="connsiteY8" fmla="*/ 42704 h 1508761"/>
                      <a:gd name="connsiteX9" fmla="*/ 1173098 w 2893154"/>
                      <a:gd name="connsiteY9" fmla="*/ 4604 h 1508761"/>
                      <a:gd name="connsiteX10" fmla="*/ 1943036 w 2893154"/>
                      <a:gd name="connsiteY10" fmla="*/ 137954 h 1508761"/>
                      <a:gd name="connsiteX11" fmla="*/ 2298635 w 2893154"/>
                      <a:gd name="connsiteY11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52448 w 2893154"/>
                      <a:gd name="connsiteY4" fmla="*/ 766603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030223 w 2893154"/>
                      <a:gd name="connsiteY4" fmla="*/ 458628 h 1508761"/>
                      <a:gd name="connsiteX5" fmla="*/ 633349 w 2893154"/>
                      <a:gd name="connsiteY5" fmla="*/ 544353 h 1508761"/>
                      <a:gd name="connsiteX6" fmla="*/ 237269 w 2893154"/>
                      <a:gd name="connsiteY6" fmla="*/ 747553 h 1508761"/>
                      <a:gd name="connsiteX7" fmla="*/ 7875 w 2893154"/>
                      <a:gd name="connsiteY7" fmla="*/ 639603 h 1508761"/>
                      <a:gd name="connsiteX8" fmla="*/ 477775 w 2893154"/>
                      <a:gd name="connsiteY8" fmla="*/ 201453 h 1508761"/>
                      <a:gd name="connsiteX9" fmla="*/ 925449 w 2893154"/>
                      <a:gd name="connsiteY9" fmla="*/ 42704 h 1508761"/>
                      <a:gd name="connsiteX10" fmla="*/ 1173098 w 2893154"/>
                      <a:gd name="connsiteY10" fmla="*/ 4604 h 1508761"/>
                      <a:gd name="connsiteX11" fmla="*/ 1943036 w 2893154"/>
                      <a:gd name="connsiteY11" fmla="*/ 137954 h 1508761"/>
                      <a:gd name="connsiteX12" fmla="*/ 2298635 w 2893154"/>
                      <a:gd name="connsiteY12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642998 w 2893154"/>
                      <a:gd name="connsiteY4" fmla="*/ 823753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630298 w 2893154"/>
                      <a:gd name="connsiteY4" fmla="*/ 845978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630298 w 2893154"/>
                      <a:gd name="connsiteY4" fmla="*/ 845978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630298 w 2893154"/>
                      <a:gd name="connsiteY4" fmla="*/ 845978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630298 w 2893154"/>
                      <a:gd name="connsiteY4" fmla="*/ 845978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582673 w 2893154"/>
                      <a:gd name="connsiteY4" fmla="*/ 836453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582673 w 2893154"/>
                      <a:gd name="connsiteY4" fmla="*/ 836453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582673 w 2893154"/>
                      <a:gd name="connsiteY4" fmla="*/ 836453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582673 w 2893154"/>
                      <a:gd name="connsiteY4" fmla="*/ 836453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635 w 2893154"/>
                      <a:gd name="connsiteY0" fmla="*/ 122874 h 1508761"/>
                      <a:gd name="connsiteX1" fmla="*/ 2893154 w 2893154"/>
                      <a:gd name="connsiteY1" fmla="*/ 1151574 h 1508761"/>
                      <a:gd name="connsiteX2" fmla="*/ 2704242 w 2893154"/>
                      <a:gd name="connsiteY2" fmla="*/ 1242856 h 1508761"/>
                      <a:gd name="connsiteX3" fmla="*/ 2417698 w 2893154"/>
                      <a:gd name="connsiteY3" fmla="*/ 1508761 h 1508761"/>
                      <a:gd name="connsiteX4" fmla="*/ 1582673 w 2893154"/>
                      <a:gd name="connsiteY4" fmla="*/ 836453 h 1508761"/>
                      <a:gd name="connsiteX5" fmla="*/ 1030223 w 2893154"/>
                      <a:gd name="connsiteY5" fmla="*/ 458628 h 1508761"/>
                      <a:gd name="connsiteX6" fmla="*/ 633349 w 2893154"/>
                      <a:gd name="connsiteY6" fmla="*/ 544353 h 1508761"/>
                      <a:gd name="connsiteX7" fmla="*/ 237269 w 2893154"/>
                      <a:gd name="connsiteY7" fmla="*/ 747553 h 1508761"/>
                      <a:gd name="connsiteX8" fmla="*/ 7875 w 2893154"/>
                      <a:gd name="connsiteY8" fmla="*/ 639603 h 1508761"/>
                      <a:gd name="connsiteX9" fmla="*/ 477775 w 2893154"/>
                      <a:gd name="connsiteY9" fmla="*/ 201453 h 1508761"/>
                      <a:gd name="connsiteX10" fmla="*/ 925449 w 2893154"/>
                      <a:gd name="connsiteY10" fmla="*/ 42704 h 1508761"/>
                      <a:gd name="connsiteX11" fmla="*/ 1173098 w 2893154"/>
                      <a:gd name="connsiteY11" fmla="*/ 4604 h 1508761"/>
                      <a:gd name="connsiteX12" fmla="*/ 1943036 w 2893154"/>
                      <a:gd name="connsiteY12" fmla="*/ 137954 h 1508761"/>
                      <a:gd name="connsiteX13" fmla="*/ 2298635 w 2893154"/>
                      <a:gd name="connsiteY13" fmla="*/ 122874 h 1508761"/>
                      <a:gd name="connsiteX0" fmla="*/ 2298803 w 2893322"/>
                      <a:gd name="connsiteY0" fmla="*/ 122874 h 1508761"/>
                      <a:gd name="connsiteX1" fmla="*/ 2893322 w 2893322"/>
                      <a:gd name="connsiteY1" fmla="*/ 1151574 h 1508761"/>
                      <a:gd name="connsiteX2" fmla="*/ 2704410 w 2893322"/>
                      <a:gd name="connsiteY2" fmla="*/ 1242856 h 1508761"/>
                      <a:gd name="connsiteX3" fmla="*/ 2417866 w 2893322"/>
                      <a:gd name="connsiteY3" fmla="*/ 1508761 h 1508761"/>
                      <a:gd name="connsiteX4" fmla="*/ 1582841 w 2893322"/>
                      <a:gd name="connsiteY4" fmla="*/ 836453 h 1508761"/>
                      <a:gd name="connsiteX5" fmla="*/ 1030391 w 2893322"/>
                      <a:gd name="connsiteY5" fmla="*/ 458628 h 1508761"/>
                      <a:gd name="connsiteX6" fmla="*/ 633517 w 2893322"/>
                      <a:gd name="connsiteY6" fmla="*/ 544353 h 1508761"/>
                      <a:gd name="connsiteX7" fmla="*/ 237437 w 2893322"/>
                      <a:gd name="connsiteY7" fmla="*/ 747553 h 1508761"/>
                      <a:gd name="connsiteX8" fmla="*/ 8043 w 2893322"/>
                      <a:gd name="connsiteY8" fmla="*/ 639603 h 1508761"/>
                      <a:gd name="connsiteX9" fmla="*/ 477943 w 2893322"/>
                      <a:gd name="connsiteY9" fmla="*/ 201453 h 1508761"/>
                      <a:gd name="connsiteX10" fmla="*/ 925617 w 2893322"/>
                      <a:gd name="connsiteY10" fmla="*/ 42704 h 1508761"/>
                      <a:gd name="connsiteX11" fmla="*/ 1173266 w 2893322"/>
                      <a:gd name="connsiteY11" fmla="*/ 4604 h 1508761"/>
                      <a:gd name="connsiteX12" fmla="*/ 1943204 w 2893322"/>
                      <a:gd name="connsiteY12" fmla="*/ 137954 h 1508761"/>
                      <a:gd name="connsiteX13" fmla="*/ 2298803 w 2893322"/>
                      <a:gd name="connsiteY13" fmla="*/ 122874 h 15087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2893322" h="1508761">
                        <a:moveTo>
                          <a:pt x="2298803" y="122874"/>
                        </a:moveTo>
                        <a:cubicBezTo>
                          <a:pt x="2525551" y="180024"/>
                          <a:pt x="2768967" y="849155"/>
                          <a:pt x="2893322" y="1151574"/>
                        </a:cubicBezTo>
                        <a:lnTo>
                          <a:pt x="2704410" y="1242856"/>
                        </a:lnTo>
                        <a:lnTo>
                          <a:pt x="2417866" y="1508761"/>
                        </a:lnTo>
                        <a:cubicBezTo>
                          <a:pt x="2234642" y="1226186"/>
                          <a:pt x="1814087" y="1011475"/>
                          <a:pt x="1582841" y="836453"/>
                        </a:cubicBezTo>
                        <a:cubicBezTo>
                          <a:pt x="1351595" y="661431"/>
                          <a:pt x="1174353" y="554452"/>
                          <a:pt x="1030391" y="458628"/>
                        </a:cubicBezTo>
                        <a:cubicBezTo>
                          <a:pt x="963847" y="414335"/>
                          <a:pt x="696355" y="499903"/>
                          <a:pt x="633517" y="544353"/>
                        </a:cubicBezTo>
                        <a:cubicBezTo>
                          <a:pt x="597137" y="573060"/>
                          <a:pt x="404517" y="720179"/>
                          <a:pt x="237437" y="747553"/>
                        </a:cubicBezTo>
                        <a:cubicBezTo>
                          <a:pt x="82881" y="772875"/>
                          <a:pt x="-32041" y="727445"/>
                          <a:pt x="8043" y="639603"/>
                        </a:cubicBezTo>
                        <a:cubicBezTo>
                          <a:pt x="32385" y="597931"/>
                          <a:pt x="344593" y="263366"/>
                          <a:pt x="477943" y="201453"/>
                        </a:cubicBezTo>
                        <a:cubicBezTo>
                          <a:pt x="584674" y="151899"/>
                          <a:pt x="824546" y="87683"/>
                          <a:pt x="925617" y="42704"/>
                        </a:cubicBezTo>
                        <a:cubicBezTo>
                          <a:pt x="945893" y="33680"/>
                          <a:pt x="1067168" y="-14975"/>
                          <a:pt x="1173266" y="4604"/>
                        </a:cubicBezTo>
                        <a:lnTo>
                          <a:pt x="1943204" y="137954"/>
                        </a:lnTo>
                        <a:cubicBezTo>
                          <a:pt x="2115712" y="183727"/>
                          <a:pt x="2208845" y="156476"/>
                          <a:pt x="2298803" y="122874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2" name="Round Same Side Corner Rectangle 24">
                    <a:extLst>
                      <a:ext uri="{FF2B5EF4-FFF2-40B4-BE49-F238E27FC236}">
                        <a16:creationId xmlns:a16="http://schemas.microsoft.com/office/drawing/2014/main" id="{3E00798D-7808-4C03-A2E1-5A1E484955FB}"/>
                      </a:ext>
                    </a:extLst>
                  </p:cNvPr>
                  <p:cNvSpPr/>
                  <p:nvPr/>
                </p:nvSpPr>
                <p:spPr>
                  <a:xfrm rot="13500000">
                    <a:off x="9805080" y="3048009"/>
                    <a:ext cx="86685" cy="58923"/>
                  </a:xfrm>
                  <a:custGeom>
                    <a:avLst/>
                    <a:gdLst>
                      <a:gd name="connsiteX0" fmla="*/ 176213 w 352425"/>
                      <a:gd name="connsiteY0" fmla="*/ 0 h 381000"/>
                      <a:gd name="connsiteX1" fmla="*/ 176213 w 352425"/>
                      <a:gd name="connsiteY1" fmla="*/ 0 h 381000"/>
                      <a:gd name="connsiteX2" fmla="*/ 352426 w 352425"/>
                      <a:gd name="connsiteY2" fmla="*/ 176213 h 381000"/>
                      <a:gd name="connsiteX3" fmla="*/ 352425 w 352425"/>
                      <a:gd name="connsiteY3" fmla="*/ 381000 h 381000"/>
                      <a:gd name="connsiteX4" fmla="*/ 352425 w 352425"/>
                      <a:gd name="connsiteY4" fmla="*/ 381000 h 381000"/>
                      <a:gd name="connsiteX5" fmla="*/ 0 w 352425"/>
                      <a:gd name="connsiteY5" fmla="*/ 381000 h 381000"/>
                      <a:gd name="connsiteX6" fmla="*/ 0 w 352425"/>
                      <a:gd name="connsiteY6" fmla="*/ 381000 h 381000"/>
                      <a:gd name="connsiteX7" fmla="*/ 0 w 352425"/>
                      <a:gd name="connsiteY7" fmla="*/ 176213 h 381000"/>
                      <a:gd name="connsiteX8" fmla="*/ 176213 w 352425"/>
                      <a:gd name="connsiteY8" fmla="*/ 0 h 381000"/>
                      <a:gd name="connsiteX0" fmla="*/ 176213 w 352426"/>
                      <a:gd name="connsiteY0" fmla="*/ 0 h 381000"/>
                      <a:gd name="connsiteX1" fmla="*/ 176213 w 352426"/>
                      <a:gd name="connsiteY1" fmla="*/ 0 h 381000"/>
                      <a:gd name="connsiteX2" fmla="*/ 352426 w 352426"/>
                      <a:gd name="connsiteY2" fmla="*/ 176213 h 381000"/>
                      <a:gd name="connsiteX3" fmla="*/ 352425 w 352426"/>
                      <a:gd name="connsiteY3" fmla="*/ 381000 h 381000"/>
                      <a:gd name="connsiteX4" fmla="*/ 352425 w 352426"/>
                      <a:gd name="connsiteY4" fmla="*/ 381000 h 381000"/>
                      <a:gd name="connsiteX5" fmla="*/ 0 w 352426"/>
                      <a:gd name="connsiteY5" fmla="*/ 381000 h 381000"/>
                      <a:gd name="connsiteX6" fmla="*/ 0 w 352426"/>
                      <a:gd name="connsiteY6" fmla="*/ 381000 h 381000"/>
                      <a:gd name="connsiteX7" fmla="*/ 6148 w 352426"/>
                      <a:gd name="connsiteY7" fmla="*/ 242698 h 381000"/>
                      <a:gd name="connsiteX8" fmla="*/ 0 w 352426"/>
                      <a:gd name="connsiteY8" fmla="*/ 176213 h 381000"/>
                      <a:gd name="connsiteX9" fmla="*/ 176213 w 352426"/>
                      <a:gd name="connsiteY9" fmla="*/ 0 h 381000"/>
                      <a:gd name="connsiteX0" fmla="*/ 176213 w 352426"/>
                      <a:gd name="connsiteY0" fmla="*/ 0 h 381000"/>
                      <a:gd name="connsiteX1" fmla="*/ 176213 w 352426"/>
                      <a:gd name="connsiteY1" fmla="*/ 0 h 381000"/>
                      <a:gd name="connsiteX2" fmla="*/ 352426 w 352426"/>
                      <a:gd name="connsiteY2" fmla="*/ 176213 h 381000"/>
                      <a:gd name="connsiteX3" fmla="*/ 352425 w 352426"/>
                      <a:gd name="connsiteY3" fmla="*/ 381000 h 381000"/>
                      <a:gd name="connsiteX4" fmla="*/ 0 w 352426"/>
                      <a:gd name="connsiteY4" fmla="*/ 381000 h 381000"/>
                      <a:gd name="connsiteX5" fmla="*/ 0 w 352426"/>
                      <a:gd name="connsiteY5" fmla="*/ 381000 h 381000"/>
                      <a:gd name="connsiteX6" fmla="*/ 6148 w 352426"/>
                      <a:gd name="connsiteY6" fmla="*/ 242698 h 381000"/>
                      <a:gd name="connsiteX7" fmla="*/ 0 w 352426"/>
                      <a:gd name="connsiteY7" fmla="*/ 176213 h 381000"/>
                      <a:gd name="connsiteX8" fmla="*/ 176213 w 352426"/>
                      <a:gd name="connsiteY8" fmla="*/ 0 h 381000"/>
                      <a:gd name="connsiteX0" fmla="*/ 176213 w 357324"/>
                      <a:gd name="connsiteY0" fmla="*/ 0 h 381000"/>
                      <a:gd name="connsiteX1" fmla="*/ 176213 w 357324"/>
                      <a:gd name="connsiteY1" fmla="*/ 0 h 381000"/>
                      <a:gd name="connsiteX2" fmla="*/ 352426 w 357324"/>
                      <a:gd name="connsiteY2" fmla="*/ 176213 h 381000"/>
                      <a:gd name="connsiteX3" fmla="*/ 0 w 357324"/>
                      <a:gd name="connsiteY3" fmla="*/ 381000 h 381000"/>
                      <a:gd name="connsiteX4" fmla="*/ 0 w 357324"/>
                      <a:gd name="connsiteY4" fmla="*/ 381000 h 381000"/>
                      <a:gd name="connsiteX5" fmla="*/ 6148 w 357324"/>
                      <a:gd name="connsiteY5" fmla="*/ 242698 h 381000"/>
                      <a:gd name="connsiteX6" fmla="*/ 0 w 357324"/>
                      <a:gd name="connsiteY6" fmla="*/ 176213 h 381000"/>
                      <a:gd name="connsiteX7" fmla="*/ 176213 w 357324"/>
                      <a:gd name="connsiteY7" fmla="*/ 0 h 381000"/>
                      <a:gd name="connsiteX0" fmla="*/ 176213 w 357324"/>
                      <a:gd name="connsiteY0" fmla="*/ 0 h 381000"/>
                      <a:gd name="connsiteX1" fmla="*/ 176213 w 357324"/>
                      <a:gd name="connsiteY1" fmla="*/ 0 h 381000"/>
                      <a:gd name="connsiteX2" fmla="*/ 352426 w 357324"/>
                      <a:gd name="connsiteY2" fmla="*/ 176213 h 381000"/>
                      <a:gd name="connsiteX3" fmla="*/ 0 w 357324"/>
                      <a:gd name="connsiteY3" fmla="*/ 381000 h 381000"/>
                      <a:gd name="connsiteX4" fmla="*/ 6148 w 357324"/>
                      <a:gd name="connsiteY4" fmla="*/ 242698 h 381000"/>
                      <a:gd name="connsiteX5" fmla="*/ 0 w 357324"/>
                      <a:gd name="connsiteY5" fmla="*/ 176213 h 381000"/>
                      <a:gd name="connsiteX6" fmla="*/ 176213 w 357324"/>
                      <a:gd name="connsiteY6" fmla="*/ 0 h 381000"/>
                      <a:gd name="connsiteX0" fmla="*/ 176213 w 357052"/>
                      <a:gd name="connsiteY0" fmla="*/ 0 h 242698"/>
                      <a:gd name="connsiteX1" fmla="*/ 176213 w 357052"/>
                      <a:gd name="connsiteY1" fmla="*/ 0 h 242698"/>
                      <a:gd name="connsiteX2" fmla="*/ 352426 w 357052"/>
                      <a:gd name="connsiteY2" fmla="*/ 176213 h 242698"/>
                      <a:gd name="connsiteX3" fmla="*/ 6148 w 357052"/>
                      <a:gd name="connsiteY3" fmla="*/ 242698 h 242698"/>
                      <a:gd name="connsiteX4" fmla="*/ 0 w 357052"/>
                      <a:gd name="connsiteY4" fmla="*/ 176213 h 242698"/>
                      <a:gd name="connsiteX5" fmla="*/ 176213 w 357052"/>
                      <a:gd name="connsiteY5" fmla="*/ 0 h 24269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</a:cxnLst>
                    <a:rect l="l" t="t" r="r" b="b"/>
                    <a:pathLst>
                      <a:path w="357052" h="242698">
                        <a:moveTo>
                          <a:pt x="176213" y="0"/>
                        </a:moveTo>
                        <a:lnTo>
                          <a:pt x="176213" y="0"/>
                        </a:lnTo>
                        <a:cubicBezTo>
                          <a:pt x="273533" y="0"/>
                          <a:pt x="380770" y="135763"/>
                          <a:pt x="352426" y="176213"/>
                        </a:cubicBezTo>
                        <a:cubicBezTo>
                          <a:pt x="324082" y="216663"/>
                          <a:pt x="64886" y="242698"/>
                          <a:pt x="6148" y="242698"/>
                        </a:cubicBezTo>
                        <a:lnTo>
                          <a:pt x="0" y="176213"/>
                        </a:lnTo>
                        <a:cubicBezTo>
                          <a:pt x="0" y="78893"/>
                          <a:pt x="78893" y="0"/>
                          <a:pt x="176213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3" name="Rounded Rectangle 88">
                    <a:extLst>
                      <a:ext uri="{FF2B5EF4-FFF2-40B4-BE49-F238E27FC236}">
                        <a16:creationId xmlns:a16="http://schemas.microsoft.com/office/drawing/2014/main" id="{CBCB63FB-ED16-459D-9FA8-4DAA428EEF01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9892366" y="3065493"/>
                    <a:ext cx="73100" cy="101031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4" name="Rounded Rectangle 89">
                    <a:extLst>
                      <a:ext uri="{FF2B5EF4-FFF2-40B4-BE49-F238E27FC236}">
                        <a16:creationId xmlns:a16="http://schemas.microsoft.com/office/drawing/2014/main" id="{8C056648-57C9-4C5F-9334-93372A43E8DD}"/>
                      </a:ext>
                    </a:extLst>
                  </p:cNvPr>
                  <p:cNvSpPr/>
                  <p:nvPr/>
                </p:nvSpPr>
                <p:spPr>
                  <a:xfrm rot="1800000">
                    <a:off x="9965213" y="3103259"/>
                    <a:ext cx="73100" cy="101031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55" name="Round Same Side Corner Rectangle 32">
                    <a:extLst>
                      <a:ext uri="{FF2B5EF4-FFF2-40B4-BE49-F238E27FC236}">
                        <a16:creationId xmlns:a16="http://schemas.microsoft.com/office/drawing/2014/main" id="{07F107F3-B58A-42F0-BB84-969B31F0C6D6}"/>
                      </a:ext>
                    </a:extLst>
                  </p:cNvPr>
                  <p:cNvSpPr/>
                  <p:nvPr/>
                </p:nvSpPr>
                <p:spPr>
                  <a:xfrm rot="18702694">
                    <a:off x="10045909" y="3167681"/>
                    <a:ext cx="57025" cy="104258"/>
                  </a:xfrm>
                  <a:custGeom>
                    <a:avLst/>
                    <a:gdLst>
                      <a:gd name="connsiteX0" fmla="*/ 115631 w 234880"/>
                      <a:gd name="connsiteY0" fmla="*/ 0 h 231262"/>
                      <a:gd name="connsiteX1" fmla="*/ 119249 w 234880"/>
                      <a:gd name="connsiteY1" fmla="*/ 0 h 231262"/>
                      <a:gd name="connsiteX2" fmla="*/ 234880 w 234880"/>
                      <a:gd name="connsiteY2" fmla="*/ 115631 h 231262"/>
                      <a:gd name="connsiteX3" fmla="*/ 234880 w 234880"/>
                      <a:gd name="connsiteY3" fmla="*/ 231262 h 231262"/>
                      <a:gd name="connsiteX4" fmla="*/ 234880 w 234880"/>
                      <a:gd name="connsiteY4" fmla="*/ 231262 h 231262"/>
                      <a:gd name="connsiteX5" fmla="*/ 0 w 234880"/>
                      <a:gd name="connsiteY5" fmla="*/ 231262 h 231262"/>
                      <a:gd name="connsiteX6" fmla="*/ 0 w 234880"/>
                      <a:gd name="connsiteY6" fmla="*/ 231262 h 231262"/>
                      <a:gd name="connsiteX7" fmla="*/ 0 w 234880"/>
                      <a:gd name="connsiteY7" fmla="*/ 115631 h 231262"/>
                      <a:gd name="connsiteX8" fmla="*/ 115631 w 234880"/>
                      <a:gd name="connsiteY8" fmla="*/ 0 h 231262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231262 h 429430"/>
                      <a:gd name="connsiteX7" fmla="*/ 0 w 234880"/>
                      <a:gd name="connsiteY7" fmla="*/ 115631 h 429430"/>
                      <a:gd name="connsiteX8" fmla="*/ 115631 w 234880"/>
                      <a:gd name="connsiteY8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231262 h 429430"/>
                      <a:gd name="connsiteX7" fmla="*/ 0 w 234880"/>
                      <a:gd name="connsiteY7" fmla="*/ 115631 h 429430"/>
                      <a:gd name="connsiteX8" fmla="*/ 115631 w 234880"/>
                      <a:gd name="connsiteY8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231262 h 429430"/>
                      <a:gd name="connsiteX7" fmla="*/ 0 w 234880"/>
                      <a:gd name="connsiteY7" fmla="*/ 115631 h 429430"/>
                      <a:gd name="connsiteX8" fmla="*/ 115631 w 234880"/>
                      <a:gd name="connsiteY8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115631 h 429430"/>
                      <a:gd name="connsiteX7" fmla="*/ 115631 w 234880"/>
                      <a:gd name="connsiteY7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115631 h 429430"/>
                      <a:gd name="connsiteX7" fmla="*/ 115631 w 234880"/>
                      <a:gd name="connsiteY7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115631 h 429430"/>
                      <a:gd name="connsiteX7" fmla="*/ 115631 w 234880"/>
                      <a:gd name="connsiteY7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115631 h 429430"/>
                      <a:gd name="connsiteX7" fmla="*/ 115631 w 234880"/>
                      <a:gd name="connsiteY7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115631 h 429430"/>
                      <a:gd name="connsiteX7" fmla="*/ 115631 w 234880"/>
                      <a:gd name="connsiteY7" fmla="*/ 0 h 429430"/>
                      <a:gd name="connsiteX0" fmla="*/ 115631 w 234880"/>
                      <a:gd name="connsiteY0" fmla="*/ 0 h 429430"/>
                      <a:gd name="connsiteX1" fmla="*/ 119249 w 234880"/>
                      <a:gd name="connsiteY1" fmla="*/ 0 h 429430"/>
                      <a:gd name="connsiteX2" fmla="*/ 234880 w 234880"/>
                      <a:gd name="connsiteY2" fmla="*/ 115631 h 429430"/>
                      <a:gd name="connsiteX3" fmla="*/ 234880 w 234880"/>
                      <a:gd name="connsiteY3" fmla="*/ 231262 h 429430"/>
                      <a:gd name="connsiteX4" fmla="*/ 220121 w 234880"/>
                      <a:gd name="connsiteY4" fmla="*/ 429430 h 429430"/>
                      <a:gd name="connsiteX5" fmla="*/ 0 w 234880"/>
                      <a:gd name="connsiteY5" fmla="*/ 231262 h 429430"/>
                      <a:gd name="connsiteX6" fmla="*/ 0 w 234880"/>
                      <a:gd name="connsiteY6" fmla="*/ 115631 h 429430"/>
                      <a:gd name="connsiteX7" fmla="*/ 115631 w 234880"/>
                      <a:gd name="connsiteY7" fmla="*/ 0 h 42943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</a:cxnLst>
                    <a:rect l="l" t="t" r="r" b="b"/>
                    <a:pathLst>
                      <a:path w="234880" h="429430">
                        <a:moveTo>
                          <a:pt x="115631" y="0"/>
                        </a:moveTo>
                        <a:lnTo>
                          <a:pt x="119249" y="0"/>
                        </a:lnTo>
                        <a:cubicBezTo>
                          <a:pt x="183110" y="0"/>
                          <a:pt x="234880" y="51770"/>
                          <a:pt x="234880" y="115631"/>
                        </a:cubicBezTo>
                        <a:lnTo>
                          <a:pt x="234880" y="231262"/>
                        </a:lnTo>
                        <a:cubicBezTo>
                          <a:pt x="220313" y="279335"/>
                          <a:pt x="225041" y="363374"/>
                          <a:pt x="220121" y="429430"/>
                        </a:cubicBezTo>
                        <a:cubicBezTo>
                          <a:pt x="179054" y="417513"/>
                          <a:pt x="22250" y="365216"/>
                          <a:pt x="0" y="231262"/>
                        </a:cubicBezTo>
                        <a:lnTo>
                          <a:pt x="0" y="115631"/>
                        </a:lnTo>
                        <a:cubicBezTo>
                          <a:pt x="0" y="51770"/>
                          <a:pt x="51770" y="0"/>
                          <a:pt x="115631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rtlCol="0" anchor="ctr"/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350" b="0" i="0" u="none" strike="noStrike" kern="0" cap="none" spc="0" normalizeH="0" baseline="0" noProof="0">
                      <a:ln>
                        <a:noFill/>
                      </a:ln>
                      <a:solidFill>
                        <a:prstClr val="white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grpSp>
              <p:nvGrpSpPr>
                <p:cNvPr id="213" name="Group 212">
                  <a:extLst>
                    <a:ext uri="{FF2B5EF4-FFF2-40B4-BE49-F238E27FC236}">
                      <a16:creationId xmlns:a16="http://schemas.microsoft.com/office/drawing/2014/main" id="{A3619EE3-CCED-4183-892D-B4A0D6823393}"/>
                    </a:ext>
                  </a:extLst>
                </p:cNvPr>
                <p:cNvGrpSpPr/>
                <p:nvPr/>
              </p:nvGrpSpPr>
              <p:grpSpPr>
                <a:xfrm>
                  <a:off x="7849051" y="3529035"/>
                  <a:ext cx="575209" cy="756356"/>
                  <a:chOff x="1330531" y="3397067"/>
                  <a:chExt cx="661264" cy="869520"/>
                </a:xfrm>
                <a:solidFill>
                  <a:sysClr val="window" lastClr="FFFFFF"/>
                </a:solidFill>
              </p:grpSpPr>
              <p:sp>
                <p:nvSpPr>
                  <p:cNvPr id="238" name="Oval 237">
                    <a:extLst>
                      <a:ext uri="{FF2B5EF4-FFF2-40B4-BE49-F238E27FC236}">
                        <a16:creationId xmlns:a16="http://schemas.microsoft.com/office/drawing/2014/main" id="{D25037CD-FBAA-407B-9A32-DFF3D1CFA978}"/>
                      </a:ext>
                    </a:extLst>
                  </p:cNvPr>
                  <p:cNvSpPr/>
                  <p:nvPr/>
                </p:nvSpPr>
                <p:spPr>
                  <a:xfrm>
                    <a:off x="1574683" y="3397067"/>
                    <a:ext cx="148126" cy="148127"/>
                  </a:xfrm>
                  <a:prstGeom prst="ellipse">
                    <a:avLst/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39" name="Freeform 104">
                    <a:extLst>
                      <a:ext uri="{FF2B5EF4-FFF2-40B4-BE49-F238E27FC236}">
                        <a16:creationId xmlns:a16="http://schemas.microsoft.com/office/drawing/2014/main" id="{7F8A8718-903F-4B98-8D54-27C8F7D64527}"/>
                      </a:ext>
                    </a:extLst>
                  </p:cNvPr>
                  <p:cNvSpPr/>
                  <p:nvPr/>
                </p:nvSpPr>
                <p:spPr>
                  <a:xfrm>
                    <a:off x="1549854" y="3557156"/>
                    <a:ext cx="201418" cy="135404"/>
                  </a:xfrm>
                  <a:custGeom>
                    <a:avLst/>
                    <a:gdLst>
                      <a:gd name="connsiteX0" fmla="*/ 293103 w 901327"/>
                      <a:gd name="connsiteY0" fmla="*/ 0 h 605922"/>
                      <a:gd name="connsiteX1" fmla="*/ 608224 w 901327"/>
                      <a:gd name="connsiteY1" fmla="*/ 0 h 605922"/>
                      <a:gd name="connsiteX2" fmla="*/ 901327 w 901327"/>
                      <a:gd name="connsiteY2" fmla="*/ 293103 h 605922"/>
                      <a:gd name="connsiteX3" fmla="*/ 901327 w 901327"/>
                      <a:gd name="connsiteY3" fmla="*/ 605922 h 605922"/>
                      <a:gd name="connsiteX4" fmla="*/ 0 w 901327"/>
                      <a:gd name="connsiteY4" fmla="*/ 605922 h 605922"/>
                      <a:gd name="connsiteX5" fmla="*/ 0 w 901327"/>
                      <a:gd name="connsiteY5" fmla="*/ 293103 h 605922"/>
                      <a:gd name="connsiteX6" fmla="*/ 293103 w 901327"/>
                      <a:gd name="connsiteY6" fmla="*/ 0 h 60592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901327" h="605922">
                        <a:moveTo>
                          <a:pt x="293103" y="0"/>
                        </a:moveTo>
                        <a:lnTo>
                          <a:pt x="608224" y="0"/>
                        </a:lnTo>
                        <a:cubicBezTo>
                          <a:pt x="770100" y="0"/>
                          <a:pt x="901327" y="131227"/>
                          <a:pt x="901327" y="293103"/>
                        </a:cubicBezTo>
                        <a:lnTo>
                          <a:pt x="901327" y="605922"/>
                        </a:lnTo>
                        <a:lnTo>
                          <a:pt x="0" y="605922"/>
                        </a:lnTo>
                        <a:lnTo>
                          <a:pt x="0" y="293103"/>
                        </a:lnTo>
                        <a:cubicBezTo>
                          <a:pt x="0" y="131227"/>
                          <a:pt x="131227" y="0"/>
                          <a:pt x="293103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0" name="Freeform 105">
                    <a:extLst>
                      <a:ext uri="{FF2B5EF4-FFF2-40B4-BE49-F238E27FC236}">
                        <a16:creationId xmlns:a16="http://schemas.microsoft.com/office/drawing/2014/main" id="{38414E50-B590-4CE6-81F2-4174CB6D0450}"/>
                      </a:ext>
                    </a:extLst>
                  </p:cNvPr>
                  <p:cNvSpPr/>
                  <p:nvPr/>
                </p:nvSpPr>
                <p:spPr>
                  <a:xfrm>
                    <a:off x="1476773" y="3758026"/>
                    <a:ext cx="345449" cy="167961"/>
                  </a:xfrm>
                  <a:custGeom>
                    <a:avLst/>
                    <a:gdLst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535728 w 1545852"/>
                      <a:gd name="connsiteY3" fmla="*/ 72938 h 751612"/>
                      <a:gd name="connsiteX4" fmla="*/ 1474463 w 1545852"/>
                      <a:gd name="connsiteY4" fmla="*/ 273505 h 751612"/>
                      <a:gd name="connsiteX5" fmla="*/ 1478074 w 1545852"/>
                      <a:gd name="connsiteY5" fmla="*/ 291389 h 751612"/>
                      <a:gd name="connsiteX6" fmla="*/ 1398826 w 1545852"/>
                      <a:gd name="connsiteY6" fmla="*/ 336905 h 751612"/>
                      <a:gd name="connsiteX7" fmla="*/ 1188745 w 1545852"/>
                      <a:gd name="connsiteY7" fmla="*/ 667312 h 751612"/>
                      <a:gd name="connsiteX8" fmla="*/ 1180710 w 1545852"/>
                      <a:gd name="connsiteY8" fmla="*/ 747018 h 751612"/>
                      <a:gd name="connsiteX9" fmla="*/ 1171397 w 1545852"/>
                      <a:gd name="connsiteY9" fmla="*/ 739334 h 751612"/>
                      <a:gd name="connsiteX10" fmla="*/ 831478 w 1545852"/>
                      <a:gd name="connsiteY10" fmla="*/ 635503 h 751612"/>
                      <a:gd name="connsiteX11" fmla="*/ 491560 w 1545852"/>
                      <a:gd name="connsiteY11" fmla="*/ 739334 h 751612"/>
                      <a:gd name="connsiteX12" fmla="*/ 476679 w 1545852"/>
                      <a:gd name="connsiteY12" fmla="*/ 751612 h 751612"/>
                      <a:gd name="connsiteX13" fmla="*/ 467861 w 1545852"/>
                      <a:gd name="connsiteY13" fmla="*/ 664137 h 751612"/>
                      <a:gd name="connsiteX14" fmla="*/ 117595 w 1545852"/>
                      <a:gd name="connsiteY14" fmla="*/ 257719 h 751612"/>
                      <a:gd name="connsiteX15" fmla="*/ 59967 w 1545852"/>
                      <a:gd name="connsiteY15" fmla="*/ 241373 h 751612"/>
                      <a:gd name="connsiteX16" fmla="*/ 61492 w 1545852"/>
                      <a:gd name="connsiteY16" fmla="*/ 233817 h 751612"/>
                      <a:gd name="connsiteX17" fmla="*/ 227 w 1545852"/>
                      <a:gd name="connsiteY17" fmla="*/ 33250 h 751612"/>
                      <a:gd name="connsiteX18" fmla="*/ 0 w 1545852"/>
                      <a:gd name="connsiteY18" fmla="*/ 32975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478074 w 1545852"/>
                      <a:gd name="connsiteY4" fmla="*/ 291389 h 751612"/>
                      <a:gd name="connsiteX5" fmla="*/ 1398826 w 1545852"/>
                      <a:gd name="connsiteY5" fmla="*/ 336905 h 751612"/>
                      <a:gd name="connsiteX6" fmla="*/ 1188745 w 1545852"/>
                      <a:gd name="connsiteY6" fmla="*/ 667312 h 751612"/>
                      <a:gd name="connsiteX7" fmla="*/ 1180710 w 1545852"/>
                      <a:gd name="connsiteY7" fmla="*/ 747018 h 751612"/>
                      <a:gd name="connsiteX8" fmla="*/ 1171397 w 1545852"/>
                      <a:gd name="connsiteY8" fmla="*/ 739334 h 751612"/>
                      <a:gd name="connsiteX9" fmla="*/ 831478 w 1545852"/>
                      <a:gd name="connsiteY9" fmla="*/ 635503 h 751612"/>
                      <a:gd name="connsiteX10" fmla="*/ 491560 w 1545852"/>
                      <a:gd name="connsiteY10" fmla="*/ 739334 h 751612"/>
                      <a:gd name="connsiteX11" fmla="*/ 476679 w 1545852"/>
                      <a:gd name="connsiteY11" fmla="*/ 751612 h 751612"/>
                      <a:gd name="connsiteX12" fmla="*/ 467861 w 1545852"/>
                      <a:gd name="connsiteY12" fmla="*/ 664137 h 751612"/>
                      <a:gd name="connsiteX13" fmla="*/ 117595 w 1545852"/>
                      <a:gd name="connsiteY13" fmla="*/ 257719 h 751612"/>
                      <a:gd name="connsiteX14" fmla="*/ 59967 w 1545852"/>
                      <a:gd name="connsiteY14" fmla="*/ 241373 h 751612"/>
                      <a:gd name="connsiteX15" fmla="*/ 61492 w 1545852"/>
                      <a:gd name="connsiteY15" fmla="*/ 233817 h 751612"/>
                      <a:gd name="connsiteX16" fmla="*/ 227 w 1545852"/>
                      <a:gd name="connsiteY16" fmla="*/ 33250 h 751612"/>
                      <a:gd name="connsiteX17" fmla="*/ 0 w 1545852"/>
                      <a:gd name="connsiteY17" fmla="*/ 32975 h 751612"/>
                      <a:gd name="connsiteX18" fmla="*/ 0 w 1545852"/>
                      <a:gd name="connsiteY18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61492 w 1545852"/>
                      <a:gd name="connsiteY14" fmla="*/ 233817 h 751612"/>
                      <a:gd name="connsiteX15" fmla="*/ 227 w 1545852"/>
                      <a:gd name="connsiteY15" fmla="*/ 33250 h 751612"/>
                      <a:gd name="connsiteX16" fmla="*/ 0 w 1545852"/>
                      <a:gd name="connsiteY16" fmla="*/ 32975 h 751612"/>
                      <a:gd name="connsiteX17" fmla="*/ 0 w 1545852"/>
                      <a:gd name="connsiteY17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61492 w 1545852"/>
                      <a:gd name="connsiteY14" fmla="*/ 233817 h 751612"/>
                      <a:gd name="connsiteX15" fmla="*/ 227 w 1545852"/>
                      <a:gd name="connsiteY15" fmla="*/ 33250 h 751612"/>
                      <a:gd name="connsiteX16" fmla="*/ 0 w 1545852"/>
                      <a:gd name="connsiteY16" fmla="*/ 32975 h 751612"/>
                      <a:gd name="connsiteX17" fmla="*/ 0 w 1545852"/>
                      <a:gd name="connsiteY17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61492 w 1545852"/>
                      <a:gd name="connsiteY14" fmla="*/ 233817 h 751612"/>
                      <a:gd name="connsiteX15" fmla="*/ 227 w 1545852"/>
                      <a:gd name="connsiteY15" fmla="*/ 33250 h 751612"/>
                      <a:gd name="connsiteX16" fmla="*/ 0 w 1545852"/>
                      <a:gd name="connsiteY16" fmla="*/ 32975 h 751612"/>
                      <a:gd name="connsiteX17" fmla="*/ 0 w 1545852"/>
                      <a:gd name="connsiteY17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61492 w 1545852"/>
                      <a:gd name="connsiteY14" fmla="*/ 233817 h 751612"/>
                      <a:gd name="connsiteX15" fmla="*/ 227 w 1545852"/>
                      <a:gd name="connsiteY15" fmla="*/ 33250 h 751612"/>
                      <a:gd name="connsiteX16" fmla="*/ 0 w 1545852"/>
                      <a:gd name="connsiteY16" fmla="*/ 32975 h 751612"/>
                      <a:gd name="connsiteX17" fmla="*/ 0 w 1545852"/>
                      <a:gd name="connsiteY17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61492 w 1545852"/>
                      <a:gd name="connsiteY14" fmla="*/ 233817 h 751612"/>
                      <a:gd name="connsiteX15" fmla="*/ 227 w 1545852"/>
                      <a:gd name="connsiteY15" fmla="*/ 33250 h 751612"/>
                      <a:gd name="connsiteX16" fmla="*/ 0 w 1545852"/>
                      <a:gd name="connsiteY16" fmla="*/ 32975 h 751612"/>
                      <a:gd name="connsiteX17" fmla="*/ 0 w 1545852"/>
                      <a:gd name="connsiteY17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227 w 1545852"/>
                      <a:gd name="connsiteY14" fmla="*/ 33250 h 751612"/>
                      <a:gd name="connsiteX15" fmla="*/ 0 w 1545852"/>
                      <a:gd name="connsiteY15" fmla="*/ 32975 h 751612"/>
                      <a:gd name="connsiteX16" fmla="*/ 0 w 1545852"/>
                      <a:gd name="connsiteY16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227 w 1545852"/>
                      <a:gd name="connsiteY14" fmla="*/ 33250 h 751612"/>
                      <a:gd name="connsiteX15" fmla="*/ 0 w 1545852"/>
                      <a:gd name="connsiteY15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0 w 1545852"/>
                      <a:gd name="connsiteY14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0 w 1545852"/>
                      <a:gd name="connsiteY14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0 w 1545852"/>
                      <a:gd name="connsiteY14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3 w 1545852"/>
                      <a:gd name="connsiteY3" fmla="*/ 273505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0 w 1545852"/>
                      <a:gd name="connsiteY14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5 w 1545852"/>
                      <a:gd name="connsiteY3" fmla="*/ 273506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0 w 1545852"/>
                      <a:gd name="connsiteY14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545852 w 1545852"/>
                      <a:gd name="connsiteY2" fmla="*/ 60667 h 751612"/>
                      <a:gd name="connsiteX3" fmla="*/ 1474465 w 1545852"/>
                      <a:gd name="connsiteY3" fmla="*/ 273506 h 751612"/>
                      <a:gd name="connsiteX4" fmla="*/ 1398826 w 1545852"/>
                      <a:gd name="connsiteY4" fmla="*/ 336905 h 751612"/>
                      <a:gd name="connsiteX5" fmla="*/ 1188745 w 1545852"/>
                      <a:gd name="connsiteY5" fmla="*/ 667312 h 751612"/>
                      <a:gd name="connsiteX6" fmla="*/ 1180710 w 1545852"/>
                      <a:gd name="connsiteY6" fmla="*/ 747018 h 751612"/>
                      <a:gd name="connsiteX7" fmla="*/ 1171397 w 1545852"/>
                      <a:gd name="connsiteY7" fmla="*/ 739334 h 751612"/>
                      <a:gd name="connsiteX8" fmla="*/ 831478 w 1545852"/>
                      <a:gd name="connsiteY8" fmla="*/ 635503 h 751612"/>
                      <a:gd name="connsiteX9" fmla="*/ 491560 w 1545852"/>
                      <a:gd name="connsiteY9" fmla="*/ 739334 h 751612"/>
                      <a:gd name="connsiteX10" fmla="*/ 476679 w 1545852"/>
                      <a:gd name="connsiteY10" fmla="*/ 751612 h 751612"/>
                      <a:gd name="connsiteX11" fmla="*/ 467861 w 1545852"/>
                      <a:gd name="connsiteY11" fmla="*/ 664137 h 751612"/>
                      <a:gd name="connsiteX12" fmla="*/ 117595 w 1545852"/>
                      <a:gd name="connsiteY12" fmla="*/ 257719 h 751612"/>
                      <a:gd name="connsiteX13" fmla="*/ 59967 w 1545852"/>
                      <a:gd name="connsiteY13" fmla="*/ 241373 h 751612"/>
                      <a:gd name="connsiteX14" fmla="*/ 0 w 1545852"/>
                      <a:gd name="connsiteY14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474465 w 1545852"/>
                      <a:gd name="connsiteY2" fmla="*/ 273506 h 751612"/>
                      <a:gd name="connsiteX3" fmla="*/ 1398826 w 1545852"/>
                      <a:gd name="connsiteY3" fmla="*/ 336905 h 751612"/>
                      <a:gd name="connsiteX4" fmla="*/ 1188745 w 1545852"/>
                      <a:gd name="connsiteY4" fmla="*/ 667312 h 751612"/>
                      <a:gd name="connsiteX5" fmla="*/ 1180710 w 1545852"/>
                      <a:gd name="connsiteY5" fmla="*/ 747018 h 751612"/>
                      <a:gd name="connsiteX6" fmla="*/ 1171397 w 1545852"/>
                      <a:gd name="connsiteY6" fmla="*/ 739334 h 751612"/>
                      <a:gd name="connsiteX7" fmla="*/ 831478 w 1545852"/>
                      <a:gd name="connsiteY7" fmla="*/ 635503 h 751612"/>
                      <a:gd name="connsiteX8" fmla="*/ 491560 w 1545852"/>
                      <a:gd name="connsiteY8" fmla="*/ 739334 h 751612"/>
                      <a:gd name="connsiteX9" fmla="*/ 476679 w 1545852"/>
                      <a:gd name="connsiteY9" fmla="*/ 751612 h 751612"/>
                      <a:gd name="connsiteX10" fmla="*/ 467861 w 1545852"/>
                      <a:gd name="connsiteY10" fmla="*/ 664137 h 751612"/>
                      <a:gd name="connsiteX11" fmla="*/ 117595 w 1545852"/>
                      <a:gd name="connsiteY11" fmla="*/ 257719 h 751612"/>
                      <a:gd name="connsiteX12" fmla="*/ 59967 w 1545852"/>
                      <a:gd name="connsiteY12" fmla="*/ 241373 h 751612"/>
                      <a:gd name="connsiteX13" fmla="*/ 0 w 1545852"/>
                      <a:gd name="connsiteY13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474465 w 1545852"/>
                      <a:gd name="connsiteY2" fmla="*/ 273506 h 751612"/>
                      <a:gd name="connsiteX3" fmla="*/ 1398826 w 1545852"/>
                      <a:gd name="connsiteY3" fmla="*/ 336905 h 751612"/>
                      <a:gd name="connsiteX4" fmla="*/ 1188745 w 1545852"/>
                      <a:gd name="connsiteY4" fmla="*/ 667312 h 751612"/>
                      <a:gd name="connsiteX5" fmla="*/ 1180710 w 1545852"/>
                      <a:gd name="connsiteY5" fmla="*/ 747018 h 751612"/>
                      <a:gd name="connsiteX6" fmla="*/ 1171397 w 1545852"/>
                      <a:gd name="connsiteY6" fmla="*/ 739334 h 751612"/>
                      <a:gd name="connsiteX7" fmla="*/ 831478 w 1545852"/>
                      <a:gd name="connsiteY7" fmla="*/ 635503 h 751612"/>
                      <a:gd name="connsiteX8" fmla="*/ 491560 w 1545852"/>
                      <a:gd name="connsiteY8" fmla="*/ 739334 h 751612"/>
                      <a:gd name="connsiteX9" fmla="*/ 476679 w 1545852"/>
                      <a:gd name="connsiteY9" fmla="*/ 751612 h 751612"/>
                      <a:gd name="connsiteX10" fmla="*/ 467861 w 1545852"/>
                      <a:gd name="connsiteY10" fmla="*/ 664137 h 751612"/>
                      <a:gd name="connsiteX11" fmla="*/ 117595 w 1545852"/>
                      <a:gd name="connsiteY11" fmla="*/ 257719 h 751612"/>
                      <a:gd name="connsiteX12" fmla="*/ 59967 w 1545852"/>
                      <a:gd name="connsiteY12" fmla="*/ 241373 h 751612"/>
                      <a:gd name="connsiteX13" fmla="*/ 0 w 1545852"/>
                      <a:gd name="connsiteY13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474465 w 1545852"/>
                      <a:gd name="connsiteY2" fmla="*/ 273506 h 751612"/>
                      <a:gd name="connsiteX3" fmla="*/ 1398826 w 1545852"/>
                      <a:gd name="connsiteY3" fmla="*/ 336905 h 751612"/>
                      <a:gd name="connsiteX4" fmla="*/ 1188745 w 1545852"/>
                      <a:gd name="connsiteY4" fmla="*/ 667312 h 751612"/>
                      <a:gd name="connsiteX5" fmla="*/ 1180710 w 1545852"/>
                      <a:gd name="connsiteY5" fmla="*/ 747018 h 751612"/>
                      <a:gd name="connsiteX6" fmla="*/ 1171397 w 1545852"/>
                      <a:gd name="connsiteY6" fmla="*/ 739334 h 751612"/>
                      <a:gd name="connsiteX7" fmla="*/ 831478 w 1545852"/>
                      <a:gd name="connsiteY7" fmla="*/ 635503 h 751612"/>
                      <a:gd name="connsiteX8" fmla="*/ 491560 w 1545852"/>
                      <a:gd name="connsiteY8" fmla="*/ 739334 h 751612"/>
                      <a:gd name="connsiteX9" fmla="*/ 476679 w 1545852"/>
                      <a:gd name="connsiteY9" fmla="*/ 751612 h 751612"/>
                      <a:gd name="connsiteX10" fmla="*/ 467861 w 1545852"/>
                      <a:gd name="connsiteY10" fmla="*/ 664137 h 751612"/>
                      <a:gd name="connsiteX11" fmla="*/ 117595 w 1545852"/>
                      <a:gd name="connsiteY11" fmla="*/ 257719 h 751612"/>
                      <a:gd name="connsiteX12" fmla="*/ 59967 w 1545852"/>
                      <a:gd name="connsiteY12" fmla="*/ 241373 h 751612"/>
                      <a:gd name="connsiteX13" fmla="*/ 0 w 1545852"/>
                      <a:gd name="connsiteY13" fmla="*/ 0 h 751612"/>
                      <a:gd name="connsiteX0" fmla="*/ 0 w 1545852"/>
                      <a:gd name="connsiteY0" fmla="*/ 0 h 751612"/>
                      <a:gd name="connsiteX1" fmla="*/ 1545852 w 1545852"/>
                      <a:gd name="connsiteY1" fmla="*/ 0 h 751612"/>
                      <a:gd name="connsiteX2" fmla="*/ 1474465 w 1545852"/>
                      <a:gd name="connsiteY2" fmla="*/ 273506 h 751612"/>
                      <a:gd name="connsiteX3" fmla="*/ 1398826 w 1545852"/>
                      <a:gd name="connsiteY3" fmla="*/ 336905 h 751612"/>
                      <a:gd name="connsiteX4" fmla="*/ 1188745 w 1545852"/>
                      <a:gd name="connsiteY4" fmla="*/ 667312 h 751612"/>
                      <a:gd name="connsiteX5" fmla="*/ 1180710 w 1545852"/>
                      <a:gd name="connsiteY5" fmla="*/ 747018 h 751612"/>
                      <a:gd name="connsiteX6" fmla="*/ 1171397 w 1545852"/>
                      <a:gd name="connsiteY6" fmla="*/ 739334 h 751612"/>
                      <a:gd name="connsiteX7" fmla="*/ 831478 w 1545852"/>
                      <a:gd name="connsiteY7" fmla="*/ 635503 h 751612"/>
                      <a:gd name="connsiteX8" fmla="*/ 491560 w 1545852"/>
                      <a:gd name="connsiteY8" fmla="*/ 739334 h 751612"/>
                      <a:gd name="connsiteX9" fmla="*/ 476679 w 1545852"/>
                      <a:gd name="connsiteY9" fmla="*/ 751612 h 751612"/>
                      <a:gd name="connsiteX10" fmla="*/ 467861 w 1545852"/>
                      <a:gd name="connsiteY10" fmla="*/ 664137 h 751612"/>
                      <a:gd name="connsiteX11" fmla="*/ 117595 w 1545852"/>
                      <a:gd name="connsiteY11" fmla="*/ 257719 h 751612"/>
                      <a:gd name="connsiteX12" fmla="*/ 59967 w 1545852"/>
                      <a:gd name="connsiteY12" fmla="*/ 241373 h 751612"/>
                      <a:gd name="connsiteX13" fmla="*/ 0 w 1545852"/>
                      <a:gd name="connsiteY13" fmla="*/ 0 h 751612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</a:cxnLst>
                    <a:rect l="l" t="t" r="r" b="b"/>
                    <a:pathLst>
                      <a:path w="1545852" h="751612">
                        <a:moveTo>
                          <a:pt x="0" y="0"/>
                        </a:moveTo>
                        <a:lnTo>
                          <a:pt x="1545852" y="0"/>
                        </a:lnTo>
                        <a:cubicBezTo>
                          <a:pt x="1503205" y="128863"/>
                          <a:pt x="1507685" y="135219"/>
                          <a:pt x="1474465" y="273506"/>
                        </a:cubicBezTo>
                        <a:lnTo>
                          <a:pt x="1398826" y="336905"/>
                        </a:lnTo>
                        <a:cubicBezTo>
                          <a:pt x="1292779" y="416212"/>
                          <a:pt x="1216263" y="532838"/>
                          <a:pt x="1188745" y="667312"/>
                        </a:cubicBezTo>
                        <a:lnTo>
                          <a:pt x="1180710" y="747018"/>
                        </a:lnTo>
                        <a:lnTo>
                          <a:pt x="1171397" y="739334"/>
                        </a:lnTo>
                        <a:cubicBezTo>
                          <a:pt x="1074365" y="673781"/>
                          <a:pt x="957392" y="635503"/>
                          <a:pt x="831478" y="635503"/>
                        </a:cubicBezTo>
                        <a:cubicBezTo>
                          <a:pt x="705565" y="635503"/>
                          <a:pt x="588591" y="673781"/>
                          <a:pt x="491560" y="739334"/>
                        </a:cubicBezTo>
                        <a:lnTo>
                          <a:pt x="476679" y="751612"/>
                        </a:lnTo>
                        <a:lnTo>
                          <a:pt x="467861" y="664137"/>
                        </a:lnTo>
                        <a:cubicBezTo>
                          <a:pt x="429337" y="475873"/>
                          <a:pt x="294774" y="322593"/>
                          <a:pt x="117595" y="257719"/>
                        </a:cubicBezTo>
                        <a:lnTo>
                          <a:pt x="59967" y="241373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1" name="Rounded Rectangle 106">
                    <a:extLst>
                      <a:ext uri="{FF2B5EF4-FFF2-40B4-BE49-F238E27FC236}">
                        <a16:creationId xmlns:a16="http://schemas.microsoft.com/office/drawing/2014/main" id="{87459A0E-B476-4FCD-86AA-A67CCC9F810F}"/>
                      </a:ext>
                    </a:extLst>
                  </p:cNvPr>
                  <p:cNvSpPr/>
                  <p:nvPr/>
                </p:nvSpPr>
                <p:spPr>
                  <a:xfrm>
                    <a:off x="1456198" y="3714857"/>
                    <a:ext cx="388729" cy="29091"/>
                  </a:xfrm>
                  <a:prstGeom prst="roundRect">
                    <a:avLst>
                      <a:gd name="adj" fmla="val 50000"/>
                    </a:avLst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2" name="Freeform 107">
                    <a:extLst>
                      <a:ext uri="{FF2B5EF4-FFF2-40B4-BE49-F238E27FC236}">
                        <a16:creationId xmlns:a16="http://schemas.microsoft.com/office/drawing/2014/main" id="{0A8969CF-F6C0-41EC-8915-050B6C5DF668}"/>
                      </a:ext>
                    </a:extLst>
                  </p:cNvPr>
                  <p:cNvSpPr/>
                  <p:nvPr/>
                </p:nvSpPr>
                <p:spPr>
                  <a:xfrm>
                    <a:off x="1563084" y="3938227"/>
                    <a:ext cx="200436" cy="162080"/>
                  </a:xfrm>
                  <a:custGeom>
                    <a:avLst/>
                    <a:gdLst>
                      <a:gd name="connsiteX0" fmla="*/ 448468 w 896936"/>
                      <a:gd name="connsiteY0" fmla="*/ 0 h 725293"/>
                      <a:gd name="connsiteX1" fmla="*/ 896936 w 896936"/>
                      <a:gd name="connsiteY1" fmla="*/ 452952 h 725293"/>
                      <a:gd name="connsiteX2" fmla="*/ 820345 w 896936"/>
                      <a:gd name="connsiteY2" fmla="*/ 706202 h 725293"/>
                      <a:gd name="connsiteX3" fmla="*/ 804749 w 896936"/>
                      <a:gd name="connsiteY3" fmla="*/ 725293 h 725293"/>
                      <a:gd name="connsiteX4" fmla="*/ 801495 w 896936"/>
                      <a:gd name="connsiteY4" fmla="*/ 723527 h 725293"/>
                      <a:gd name="connsiteX5" fmla="*/ 603609 w 896936"/>
                      <a:gd name="connsiteY5" fmla="*/ 683575 h 725293"/>
                      <a:gd name="connsiteX6" fmla="*/ 284022 w 896936"/>
                      <a:gd name="connsiteY6" fmla="*/ 683575 h 725293"/>
                      <a:gd name="connsiteX7" fmla="*/ 181565 w 896936"/>
                      <a:gd name="connsiteY7" fmla="*/ 693904 h 725293"/>
                      <a:gd name="connsiteX8" fmla="*/ 89812 w 896936"/>
                      <a:gd name="connsiteY8" fmla="*/ 722386 h 725293"/>
                      <a:gd name="connsiteX9" fmla="*/ 76591 w 896936"/>
                      <a:gd name="connsiteY9" fmla="*/ 706202 h 725293"/>
                      <a:gd name="connsiteX10" fmla="*/ 0 w 896936"/>
                      <a:gd name="connsiteY10" fmla="*/ 452952 h 725293"/>
                      <a:gd name="connsiteX11" fmla="*/ 448468 w 896936"/>
                      <a:gd name="connsiteY11" fmla="*/ 0 h 725293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896936" h="725293">
                        <a:moveTo>
                          <a:pt x="448468" y="0"/>
                        </a:moveTo>
                        <a:cubicBezTo>
                          <a:pt x="696150" y="0"/>
                          <a:pt x="896936" y="202794"/>
                          <a:pt x="896936" y="452952"/>
                        </a:cubicBezTo>
                        <a:cubicBezTo>
                          <a:pt x="896936" y="546762"/>
                          <a:pt x="868701" y="633910"/>
                          <a:pt x="820345" y="706202"/>
                        </a:cubicBezTo>
                        <a:lnTo>
                          <a:pt x="804749" y="725293"/>
                        </a:lnTo>
                        <a:lnTo>
                          <a:pt x="801495" y="723527"/>
                        </a:lnTo>
                        <a:cubicBezTo>
                          <a:pt x="740673" y="697801"/>
                          <a:pt x="673803" y="683575"/>
                          <a:pt x="603609" y="683575"/>
                        </a:cubicBezTo>
                        <a:lnTo>
                          <a:pt x="284022" y="683575"/>
                        </a:lnTo>
                        <a:cubicBezTo>
                          <a:pt x="248926" y="683575"/>
                          <a:pt x="214660" y="687132"/>
                          <a:pt x="181565" y="693904"/>
                        </a:cubicBezTo>
                        <a:lnTo>
                          <a:pt x="89812" y="722386"/>
                        </a:lnTo>
                        <a:lnTo>
                          <a:pt x="76591" y="706202"/>
                        </a:lnTo>
                        <a:cubicBezTo>
                          <a:pt x="28236" y="633910"/>
                          <a:pt x="0" y="546762"/>
                          <a:pt x="0" y="452952"/>
                        </a:cubicBezTo>
                        <a:cubicBezTo>
                          <a:pt x="0" y="202794"/>
                          <a:pt x="200786" y="0"/>
                          <a:pt x="448468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3" name="Freeform 108">
                    <a:extLst>
                      <a:ext uri="{FF2B5EF4-FFF2-40B4-BE49-F238E27FC236}">
                        <a16:creationId xmlns:a16="http://schemas.microsoft.com/office/drawing/2014/main" id="{8C482D3C-CFF1-4E67-A108-C7293889BF01}"/>
                      </a:ext>
                    </a:extLst>
                  </p:cNvPr>
                  <p:cNvSpPr/>
                  <p:nvPr/>
                </p:nvSpPr>
                <p:spPr>
                  <a:xfrm>
                    <a:off x="1774706" y="3844152"/>
                    <a:ext cx="180194" cy="145017"/>
                  </a:xfrm>
                  <a:custGeom>
                    <a:avLst/>
                    <a:gdLst>
                      <a:gd name="connsiteX0" fmla="*/ 403177 w 806354"/>
                      <a:gd name="connsiteY0" fmla="*/ 0 h 648937"/>
                      <a:gd name="connsiteX1" fmla="*/ 806354 w 806354"/>
                      <a:gd name="connsiteY1" fmla="*/ 407208 h 648937"/>
                      <a:gd name="connsiteX2" fmla="*/ 737498 w 806354"/>
                      <a:gd name="connsiteY2" fmla="*/ 634882 h 648937"/>
                      <a:gd name="connsiteX3" fmla="*/ 727346 w 806354"/>
                      <a:gd name="connsiteY3" fmla="*/ 647309 h 648937"/>
                      <a:gd name="connsiteX4" fmla="*/ 668713 w 806354"/>
                      <a:gd name="connsiteY4" fmla="*/ 629109 h 648937"/>
                      <a:gd name="connsiteX5" fmla="*/ 566256 w 806354"/>
                      <a:gd name="connsiteY5" fmla="*/ 618780 h 648937"/>
                      <a:gd name="connsiteX6" fmla="*/ 246669 w 806354"/>
                      <a:gd name="connsiteY6" fmla="*/ 618780 h 648937"/>
                      <a:gd name="connsiteX7" fmla="*/ 144212 w 806354"/>
                      <a:gd name="connsiteY7" fmla="*/ 629109 h 648937"/>
                      <a:gd name="connsiteX8" fmla="*/ 80338 w 806354"/>
                      <a:gd name="connsiteY8" fmla="*/ 648937 h 648937"/>
                      <a:gd name="connsiteX9" fmla="*/ 68856 w 806354"/>
                      <a:gd name="connsiteY9" fmla="*/ 634882 h 648937"/>
                      <a:gd name="connsiteX10" fmla="*/ 0 w 806354"/>
                      <a:gd name="connsiteY10" fmla="*/ 407208 h 648937"/>
                      <a:gd name="connsiteX11" fmla="*/ 403177 w 806354"/>
                      <a:gd name="connsiteY11" fmla="*/ 0 h 64893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806354" h="648937">
                        <a:moveTo>
                          <a:pt x="403177" y="0"/>
                        </a:moveTo>
                        <a:cubicBezTo>
                          <a:pt x="625846" y="0"/>
                          <a:pt x="806354" y="182313"/>
                          <a:pt x="806354" y="407208"/>
                        </a:cubicBezTo>
                        <a:cubicBezTo>
                          <a:pt x="806354" y="491544"/>
                          <a:pt x="780970" y="569891"/>
                          <a:pt x="737498" y="634882"/>
                        </a:cubicBezTo>
                        <a:lnTo>
                          <a:pt x="727346" y="647309"/>
                        </a:lnTo>
                        <a:lnTo>
                          <a:pt x="668713" y="629109"/>
                        </a:lnTo>
                        <a:cubicBezTo>
                          <a:pt x="635619" y="622337"/>
                          <a:pt x="601353" y="618780"/>
                          <a:pt x="566256" y="618780"/>
                        </a:cubicBezTo>
                        <a:lnTo>
                          <a:pt x="246669" y="618780"/>
                        </a:lnTo>
                        <a:cubicBezTo>
                          <a:pt x="211573" y="618780"/>
                          <a:pt x="177307" y="622337"/>
                          <a:pt x="144212" y="629109"/>
                        </a:cubicBezTo>
                        <a:lnTo>
                          <a:pt x="80338" y="648937"/>
                        </a:lnTo>
                        <a:lnTo>
                          <a:pt x="68856" y="634882"/>
                        </a:lnTo>
                        <a:cubicBezTo>
                          <a:pt x="25384" y="569891"/>
                          <a:pt x="0" y="491544"/>
                          <a:pt x="0" y="407208"/>
                        </a:cubicBezTo>
                        <a:cubicBezTo>
                          <a:pt x="0" y="182313"/>
                          <a:pt x="180508" y="0"/>
                          <a:pt x="403177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4" name="Freeform 109">
                    <a:extLst>
                      <a:ext uri="{FF2B5EF4-FFF2-40B4-BE49-F238E27FC236}">
                        <a16:creationId xmlns:a16="http://schemas.microsoft.com/office/drawing/2014/main" id="{B9274FDE-A09B-45F7-9847-86E94795B2AA}"/>
                      </a:ext>
                    </a:extLst>
                  </p:cNvPr>
                  <p:cNvSpPr/>
                  <p:nvPr/>
                </p:nvSpPr>
                <p:spPr>
                  <a:xfrm>
                    <a:off x="1364610" y="3844152"/>
                    <a:ext cx="180194" cy="145368"/>
                  </a:xfrm>
                  <a:custGeom>
                    <a:avLst/>
                    <a:gdLst>
                      <a:gd name="connsiteX0" fmla="*/ 403177 w 806354"/>
                      <a:gd name="connsiteY0" fmla="*/ 0 h 650509"/>
                      <a:gd name="connsiteX1" fmla="*/ 806354 w 806354"/>
                      <a:gd name="connsiteY1" fmla="*/ 407208 h 650509"/>
                      <a:gd name="connsiteX2" fmla="*/ 737498 w 806354"/>
                      <a:gd name="connsiteY2" fmla="*/ 634882 h 650509"/>
                      <a:gd name="connsiteX3" fmla="*/ 728631 w 806354"/>
                      <a:gd name="connsiteY3" fmla="*/ 645737 h 650509"/>
                      <a:gd name="connsiteX4" fmla="*/ 675063 w 806354"/>
                      <a:gd name="connsiteY4" fmla="*/ 629109 h 650509"/>
                      <a:gd name="connsiteX5" fmla="*/ 572606 w 806354"/>
                      <a:gd name="connsiteY5" fmla="*/ 618780 h 650509"/>
                      <a:gd name="connsiteX6" fmla="*/ 253019 w 806354"/>
                      <a:gd name="connsiteY6" fmla="*/ 618780 h 650509"/>
                      <a:gd name="connsiteX7" fmla="*/ 150562 w 806354"/>
                      <a:gd name="connsiteY7" fmla="*/ 629109 h 650509"/>
                      <a:gd name="connsiteX8" fmla="*/ 81622 w 806354"/>
                      <a:gd name="connsiteY8" fmla="*/ 650509 h 650509"/>
                      <a:gd name="connsiteX9" fmla="*/ 68856 w 806354"/>
                      <a:gd name="connsiteY9" fmla="*/ 634882 h 650509"/>
                      <a:gd name="connsiteX10" fmla="*/ 0 w 806354"/>
                      <a:gd name="connsiteY10" fmla="*/ 407208 h 650509"/>
                      <a:gd name="connsiteX11" fmla="*/ 403177 w 806354"/>
                      <a:gd name="connsiteY11" fmla="*/ 0 h 6505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806354" h="650509">
                        <a:moveTo>
                          <a:pt x="403177" y="0"/>
                        </a:moveTo>
                        <a:cubicBezTo>
                          <a:pt x="625846" y="0"/>
                          <a:pt x="806354" y="182313"/>
                          <a:pt x="806354" y="407208"/>
                        </a:cubicBezTo>
                        <a:cubicBezTo>
                          <a:pt x="806354" y="491544"/>
                          <a:pt x="780970" y="569891"/>
                          <a:pt x="737498" y="634882"/>
                        </a:cubicBezTo>
                        <a:lnTo>
                          <a:pt x="728631" y="645737"/>
                        </a:lnTo>
                        <a:lnTo>
                          <a:pt x="675063" y="629109"/>
                        </a:lnTo>
                        <a:cubicBezTo>
                          <a:pt x="641969" y="622337"/>
                          <a:pt x="607703" y="618780"/>
                          <a:pt x="572606" y="618780"/>
                        </a:cubicBezTo>
                        <a:lnTo>
                          <a:pt x="253019" y="618780"/>
                        </a:lnTo>
                        <a:cubicBezTo>
                          <a:pt x="217923" y="618780"/>
                          <a:pt x="183657" y="622337"/>
                          <a:pt x="150562" y="629109"/>
                        </a:cubicBezTo>
                        <a:lnTo>
                          <a:pt x="81622" y="650509"/>
                        </a:lnTo>
                        <a:lnTo>
                          <a:pt x="68856" y="634882"/>
                        </a:lnTo>
                        <a:cubicBezTo>
                          <a:pt x="25384" y="569891"/>
                          <a:pt x="0" y="491544"/>
                          <a:pt x="0" y="407208"/>
                        </a:cubicBezTo>
                        <a:cubicBezTo>
                          <a:pt x="0" y="182313"/>
                          <a:pt x="180508" y="0"/>
                          <a:pt x="403177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5" name="Freeform 110">
                    <a:extLst>
                      <a:ext uri="{FF2B5EF4-FFF2-40B4-BE49-F238E27FC236}">
                        <a16:creationId xmlns:a16="http://schemas.microsoft.com/office/drawing/2014/main" id="{074705B1-6F6D-4021-9E97-59F83A64410A}"/>
                      </a:ext>
                    </a:extLst>
                  </p:cNvPr>
                  <p:cNvSpPr/>
                  <p:nvPr/>
                </p:nvSpPr>
                <p:spPr>
                  <a:xfrm>
                    <a:off x="1330531" y="4010724"/>
                    <a:ext cx="214678" cy="124873"/>
                  </a:xfrm>
                  <a:custGeom>
                    <a:avLst/>
                    <a:gdLst>
                      <a:gd name="connsiteX0" fmla="*/ 403127 w 960669"/>
                      <a:gd name="connsiteY0" fmla="*/ 0 h 558800"/>
                      <a:gd name="connsiteX1" fmla="*/ 809723 w 960669"/>
                      <a:gd name="connsiteY1" fmla="*/ 0 h 558800"/>
                      <a:gd name="connsiteX2" fmla="*/ 876396 w 960669"/>
                      <a:gd name="connsiteY2" fmla="*/ 6721 h 558800"/>
                      <a:gd name="connsiteX3" fmla="*/ 863920 w 960669"/>
                      <a:gd name="connsiteY3" fmla="*/ 131716 h 558800"/>
                      <a:gd name="connsiteX4" fmla="*/ 924946 w 960669"/>
                      <a:gd name="connsiteY4" fmla="*/ 402698 h 558800"/>
                      <a:gd name="connsiteX5" fmla="*/ 960669 w 960669"/>
                      <a:gd name="connsiteY5" fmla="*/ 465470 h 558800"/>
                      <a:gd name="connsiteX6" fmla="*/ 943545 w 960669"/>
                      <a:gd name="connsiteY6" fmla="*/ 470786 h 558800"/>
                      <a:gd name="connsiteX7" fmla="*/ 877318 w 960669"/>
                      <a:gd name="connsiteY7" fmla="*/ 515437 h 558800"/>
                      <a:gd name="connsiteX8" fmla="*/ 848082 w 960669"/>
                      <a:gd name="connsiteY8" fmla="*/ 558800 h 558800"/>
                      <a:gd name="connsiteX9" fmla="*/ 0 w 960669"/>
                      <a:gd name="connsiteY9" fmla="*/ 558800 h 558800"/>
                      <a:gd name="connsiteX10" fmla="*/ 0 w 960669"/>
                      <a:gd name="connsiteY10" fmla="*/ 403127 h 558800"/>
                      <a:gd name="connsiteX11" fmla="*/ 403127 w 960669"/>
                      <a:gd name="connsiteY11" fmla="*/ 0 h 55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</a:cxnLst>
                    <a:rect l="l" t="t" r="r" b="b"/>
                    <a:pathLst>
                      <a:path w="960669" h="558800">
                        <a:moveTo>
                          <a:pt x="403127" y="0"/>
                        </a:moveTo>
                        <a:lnTo>
                          <a:pt x="809723" y="0"/>
                        </a:lnTo>
                        <a:lnTo>
                          <a:pt x="876396" y="6721"/>
                        </a:lnTo>
                        <a:lnTo>
                          <a:pt x="863920" y="131716"/>
                        </a:lnTo>
                        <a:cubicBezTo>
                          <a:pt x="863920" y="228805"/>
                          <a:pt x="885837" y="320722"/>
                          <a:pt x="924946" y="402698"/>
                        </a:cubicBezTo>
                        <a:lnTo>
                          <a:pt x="960669" y="465470"/>
                        </a:lnTo>
                        <a:lnTo>
                          <a:pt x="943545" y="470786"/>
                        </a:lnTo>
                        <a:cubicBezTo>
                          <a:pt x="918618" y="481329"/>
                          <a:pt x="896170" y="496585"/>
                          <a:pt x="877318" y="515437"/>
                        </a:cubicBezTo>
                        <a:lnTo>
                          <a:pt x="848082" y="558800"/>
                        </a:lnTo>
                        <a:lnTo>
                          <a:pt x="0" y="558800"/>
                        </a:lnTo>
                        <a:lnTo>
                          <a:pt x="0" y="403127"/>
                        </a:lnTo>
                        <a:cubicBezTo>
                          <a:pt x="0" y="180486"/>
                          <a:pt x="180486" y="0"/>
                          <a:pt x="403127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6" name="Freeform 111">
                    <a:extLst>
                      <a:ext uri="{FF2B5EF4-FFF2-40B4-BE49-F238E27FC236}">
                        <a16:creationId xmlns:a16="http://schemas.microsoft.com/office/drawing/2014/main" id="{E4CA873A-E272-400A-91DD-93C013BBF06A}"/>
                      </a:ext>
                    </a:extLst>
                  </p:cNvPr>
                  <p:cNvSpPr/>
                  <p:nvPr/>
                </p:nvSpPr>
                <p:spPr>
                  <a:xfrm>
                    <a:off x="1778671" y="4010723"/>
                    <a:ext cx="213124" cy="124873"/>
                  </a:xfrm>
                  <a:custGeom>
                    <a:avLst/>
                    <a:gdLst>
                      <a:gd name="connsiteX0" fmla="*/ 143986 w 953709"/>
                      <a:gd name="connsiteY0" fmla="*/ 0 h 558800"/>
                      <a:gd name="connsiteX1" fmla="*/ 550582 w 953709"/>
                      <a:gd name="connsiteY1" fmla="*/ 0 h 558800"/>
                      <a:gd name="connsiteX2" fmla="*/ 953709 w 953709"/>
                      <a:gd name="connsiteY2" fmla="*/ 403127 h 558800"/>
                      <a:gd name="connsiteX3" fmla="*/ 953709 w 953709"/>
                      <a:gd name="connsiteY3" fmla="*/ 558800 h 558800"/>
                      <a:gd name="connsiteX4" fmla="*/ 115469 w 953709"/>
                      <a:gd name="connsiteY4" fmla="*/ 558800 h 558800"/>
                      <a:gd name="connsiteX5" fmla="*/ 86233 w 953709"/>
                      <a:gd name="connsiteY5" fmla="*/ 515437 h 558800"/>
                      <a:gd name="connsiteX6" fmla="*/ 20005 w 953709"/>
                      <a:gd name="connsiteY6" fmla="*/ 470786 h 558800"/>
                      <a:gd name="connsiteX7" fmla="*/ 0 w 953709"/>
                      <a:gd name="connsiteY7" fmla="*/ 464575 h 558800"/>
                      <a:gd name="connsiteX8" fmla="*/ 35213 w 953709"/>
                      <a:gd name="connsiteY8" fmla="*/ 402698 h 558800"/>
                      <a:gd name="connsiteX9" fmla="*/ 96239 w 953709"/>
                      <a:gd name="connsiteY9" fmla="*/ 131716 h 558800"/>
                      <a:gd name="connsiteX10" fmla="*/ 83699 w 953709"/>
                      <a:gd name="connsiteY10" fmla="*/ 6078 h 55880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</a:cxnLst>
                    <a:rect l="l" t="t" r="r" b="b"/>
                    <a:pathLst>
                      <a:path w="953709" h="558800">
                        <a:moveTo>
                          <a:pt x="143986" y="0"/>
                        </a:moveTo>
                        <a:lnTo>
                          <a:pt x="550582" y="0"/>
                        </a:lnTo>
                        <a:cubicBezTo>
                          <a:pt x="773223" y="0"/>
                          <a:pt x="953709" y="180486"/>
                          <a:pt x="953709" y="403127"/>
                        </a:cubicBezTo>
                        <a:lnTo>
                          <a:pt x="953709" y="558800"/>
                        </a:lnTo>
                        <a:lnTo>
                          <a:pt x="115469" y="558800"/>
                        </a:lnTo>
                        <a:lnTo>
                          <a:pt x="86233" y="515437"/>
                        </a:lnTo>
                        <a:cubicBezTo>
                          <a:pt x="67380" y="496585"/>
                          <a:pt x="44932" y="481329"/>
                          <a:pt x="20005" y="470786"/>
                        </a:cubicBezTo>
                        <a:lnTo>
                          <a:pt x="0" y="464575"/>
                        </a:lnTo>
                        <a:lnTo>
                          <a:pt x="35213" y="402698"/>
                        </a:lnTo>
                        <a:cubicBezTo>
                          <a:pt x="74323" y="320722"/>
                          <a:pt x="96239" y="228805"/>
                          <a:pt x="96239" y="131716"/>
                        </a:cubicBezTo>
                        <a:lnTo>
                          <a:pt x="83699" y="6078"/>
                        </a:ln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47" name="Freeform 112">
                    <a:extLst>
                      <a:ext uri="{FF2B5EF4-FFF2-40B4-BE49-F238E27FC236}">
                        <a16:creationId xmlns:a16="http://schemas.microsoft.com/office/drawing/2014/main" id="{22A772EC-CD51-4F8E-9795-798D5A1D3865}"/>
                      </a:ext>
                    </a:extLst>
                  </p:cNvPr>
                  <p:cNvSpPr/>
                  <p:nvPr/>
                </p:nvSpPr>
                <p:spPr>
                  <a:xfrm>
                    <a:off x="1521034" y="4123976"/>
                    <a:ext cx="280966" cy="142611"/>
                  </a:xfrm>
                  <a:custGeom>
                    <a:avLst/>
                    <a:gdLst>
                      <a:gd name="connsiteX0" fmla="*/ 446480 w 1257300"/>
                      <a:gd name="connsiteY0" fmla="*/ 0 h 638175"/>
                      <a:gd name="connsiteX1" fmla="*/ 810820 w 1257300"/>
                      <a:gd name="connsiteY1" fmla="*/ 0 h 638175"/>
                      <a:gd name="connsiteX2" fmla="*/ 1257300 w 1257300"/>
                      <a:gd name="connsiteY2" fmla="*/ 446480 h 638175"/>
                      <a:gd name="connsiteX3" fmla="*/ 1257300 w 1257300"/>
                      <a:gd name="connsiteY3" fmla="*/ 638175 h 638175"/>
                      <a:gd name="connsiteX4" fmla="*/ 0 w 1257300"/>
                      <a:gd name="connsiteY4" fmla="*/ 638175 h 638175"/>
                      <a:gd name="connsiteX5" fmla="*/ 0 w 1257300"/>
                      <a:gd name="connsiteY5" fmla="*/ 446480 h 638175"/>
                      <a:gd name="connsiteX6" fmla="*/ 446480 w 1257300"/>
                      <a:gd name="connsiteY6" fmla="*/ 0 h 638175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</a:cxnLst>
                    <a:rect l="l" t="t" r="r" b="b"/>
                    <a:pathLst>
                      <a:path w="1257300" h="638175">
                        <a:moveTo>
                          <a:pt x="446480" y="0"/>
                        </a:moveTo>
                        <a:lnTo>
                          <a:pt x="810820" y="0"/>
                        </a:lnTo>
                        <a:cubicBezTo>
                          <a:pt x="1057404" y="0"/>
                          <a:pt x="1257300" y="199896"/>
                          <a:pt x="1257300" y="446480"/>
                        </a:cubicBezTo>
                        <a:lnTo>
                          <a:pt x="1257300" y="638175"/>
                        </a:lnTo>
                        <a:lnTo>
                          <a:pt x="0" y="638175"/>
                        </a:lnTo>
                        <a:lnTo>
                          <a:pt x="0" y="446480"/>
                        </a:lnTo>
                        <a:cubicBezTo>
                          <a:pt x="0" y="199896"/>
                          <a:pt x="199896" y="0"/>
                          <a:pt x="446480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</p:grpSp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B49B726C-6688-48DF-B1F8-8B97B450D29E}"/>
                    </a:ext>
                  </a:extLst>
                </p:cNvPr>
                <p:cNvGrpSpPr/>
                <p:nvPr/>
              </p:nvGrpSpPr>
              <p:grpSpPr>
                <a:xfrm>
                  <a:off x="4301882" y="3047464"/>
                  <a:ext cx="706848" cy="705018"/>
                  <a:chOff x="468729" y="153289"/>
                  <a:chExt cx="6922672" cy="6904738"/>
                </a:xfrm>
                <a:solidFill>
                  <a:sysClr val="window" lastClr="FFFFFF"/>
                </a:solidFill>
              </p:grpSpPr>
              <p:sp>
                <p:nvSpPr>
                  <p:cNvPr id="233" name="Oval 232">
                    <a:extLst>
                      <a:ext uri="{FF2B5EF4-FFF2-40B4-BE49-F238E27FC236}">
                        <a16:creationId xmlns:a16="http://schemas.microsoft.com/office/drawing/2014/main" id="{C9789E24-780B-443A-8B9C-41FDEE8D3AA5}"/>
                      </a:ext>
                    </a:extLst>
                  </p:cNvPr>
                  <p:cNvSpPr/>
                  <p:nvPr/>
                </p:nvSpPr>
                <p:spPr>
                  <a:xfrm>
                    <a:off x="3273141" y="153289"/>
                    <a:ext cx="1313848" cy="1313846"/>
                  </a:xfrm>
                  <a:prstGeom prst="ellipse">
                    <a:avLst/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34" name="Oval 233">
                    <a:extLst>
                      <a:ext uri="{FF2B5EF4-FFF2-40B4-BE49-F238E27FC236}">
                        <a16:creationId xmlns:a16="http://schemas.microsoft.com/office/drawing/2014/main" id="{46741A25-82C3-4417-AFA3-70C8D9C7B7D1}"/>
                      </a:ext>
                    </a:extLst>
                  </p:cNvPr>
                  <p:cNvSpPr/>
                  <p:nvPr/>
                </p:nvSpPr>
                <p:spPr>
                  <a:xfrm>
                    <a:off x="5745579" y="1958984"/>
                    <a:ext cx="1645822" cy="1645820"/>
                  </a:xfrm>
                  <a:prstGeom prst="ellipse">
                    <a:avLst/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35" name="Oval 234">
                    <a:extLst>
                      <a:ext uri="{FF2B5EF4-FFF2-40B4-BE49-F238E27FC236}">
                        <a16:creationId xmlns:a16="http://schemas.microsoft.com/office/drawing/2014/main" id="{978DB94C-24C0-4666-92F6-D4C3904722B4}"/>
                      </a:ext>
                    </a:extLst>
                  </p:cNvPr>
                  <p:cNvSpPr/>
                  <p:nvPr/>
                </p:nvSpPr>
                <p:spPr>
                  <a:xfrm>
                    <a:off x="468729" y="1958984"/>
                    <a:ext cx="1645822" cy="1645820"/>
                  </a:xfrm>
                  <a:prstGeom prst="ellipse">
                    <a:avLst/>
                  </a:pr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36" name="Freeform 117">
                    <a:extLst>
                      <a:ext uri="{FF2B5EF4-FFF2-40B4-BE49-F238E27FC236}">
                        <a16:creationId xmlns:a16="http://schemas.microsoft.com/office/drawing/2014/main" id="{13891A05-EA5C-4037-A265-96CB76080A9D}"/>
                      </a:ext>
                    </a:extLst>
                  </p:cNvPr>
                  <p:cNvSpPr/>
                  <p:nvPr/>
                </p:nvSpPr>
                <p:spPr>
                  <a:xfrm>
                    <a:off x="654408" y="2888017"/>
                    <a:ext cx="6559192" cy="4170010"/>
                  </a:xfrm>
                  <a:custGeom>
                    <a:avLst/>
                    <a:gdLst>
                      <a:gd name="connsiteX0" fmla="*/ 3566299 w 6559196"/>
                      <a:gd name="connsiteY0" fmla="*/ 330038 h 4170009"/>
                      <a:gd name="connsiteX1" fmla="*/ 3957034 w 6559196"/>
                      <a:gd name="connsiteY1" fmla="*/ 3820763 h 4170009"/>
                      <a:gd name="connsiteX2" fmla="*/ 3962046 w 6559196"/>
                      <a:gd name="connsiteY2" fmla="*/ 3820757 h 4170009"/>
                      <a:gd name="connsiteX3" fmla="*/ 5378096 w 6559196"/>
                      <a:gd name="connsiteY3" fmla="*/ 3823932 h 4170009"/>
                      <a:gd name="connsiteX4" fmla="*/ 4905738 w 6559196"/>
                      <a:gd name="connsiteY4" fmla="*/ 2637711 h 4170009"/>
                      <a:gd name="connsiteX5" fmla="*/ 5670196 w 6559196"/>
                      <a:gd name="connsiteY5" fmla="*/ 2637711 h 4170009"/>
                      <a:gd name="connsiteX6" fmla="*/ 6284712 w 6559196"/>
                      <a:gd name="connsiteY6" fmla="*/ 2089563 h 4170009"/>
                      <a:gd name="connsiteX7" fmla="*/ 6164267 w 6559196"/>
                      <a:gd name="connsiteY7" fmla="*/ 1954369 h 4170009"/>
                      <a:gd name="connsiteX8" fmla="*/ 5601370 w 6559196"/>
                      <a:gd name="connsiteY8" fmla="*/ 2460731 h 4170009"/>
                      <a:gd name="connsiteX9" fmla="*/ 4505074 w 6559196"/>
                      <a:gd name="connsiteY9" fmla="*/ 2458271 h 4170009"/>
                      <a:gd name="connsiteX10" fmla="*/ 4505073 w 6559196"/>
                      <a:gd name="connsiteY10" fmla="*/ 2111685 h 4170009"/>
                      <a:gd name="connsiteX11" fmla="*/ 4684512 w 6559196"/>
                      <a:gd name="connsiteY11" fmla="*/ 2111685 h 4170009"/>
                      <a:gd name="connsiteX12" fmla="*/ 4608312 w 6559196"/>
                      <a:gd name="connsiteY12" fmla="*/ 1873253 h 4170009"/>
                      <a:gd name="connsiteX13" fmla="*/ 4996686 w 6559196"/>
                      <a:gd name="connsiteY13" fmla="*/ 1875711 h 4170009"/>
                      <a:gd name="connsiteX14" fmla="*/ 5060596 w 6559196"/>
                      <a:gd name="connsiteY14" fmla="*/ 2025858 h 4170009"/>
                      <a:gd name="connsiteX15" fmla="*/ 5219346 w 6559196"/>
                      <a:gd name="connsiteY15" fmla="*/ 2014182 h 4170009"/>
                      <a:gd name="connsiteX16" fmla="*/ 5219346 w 6559196"/>
                      <a:gd name="connsiteY16" fmla="*/ 1512532 h 4170009"/>
                      <a:gd name="connsiteX17" fmla="*/ 4978046 w 6559196"/>
                      <a:gd name="connsiteY17" fmla="*/ 1703032 h 4170009"/>
                      <a:gd name="connsiteX18" fmla="*/ 3885846 w 6559196"/>
                      <a:gd name="connsiteY18" fmla="*/ 1703032 h 4170009"/>
                      <a:gd name="connsiteX19" fmla="*/ 3885846 w 6559196"/>
                      <a:gd name="connsiteY19" fmla="*/ 1353782 h 4170009"/>
                      <a:gd name="connsiteX20" fmla="*/ 4374306 w 6559196"/>
                      <a:gd name="connsiteY20" fmla="*/ 1280878 h 4170009"/>
                      <a:gd name="connsiteX21" fmla="*/ 4311812 w 6559196"/>
                      <a:gd name="connsiteY21" fmla="*/ 1113261 h 4170009"/>
                      <a:gd name="connsiteX22" fmla="*/ 4001416 w 6559196"/>
                      <a:gd name="connsiteY22" fmla="*/ 331084 h 4170009"/>
                      <a:gd name="connsiteX23" fmla="*/ 2561236 w 6559196"/>
                      <a:gd name="connsiteY23" fmla="*/ 327622 h 4170009"/>
                      <a:gd name="connsiteX24" fmla="*/ 2244269 w 6559196"/>
                      <a:gd name="connsiteY24" fmla="*/ 1114653 h 4170009"/>
                      <a:gd name="connsiteX25" fmla="*/ 2181450 w 6559196"/>
                      <a:gd name="connsiteY25" fmla="*/ 1269889 h 4170009"/>
                      <a:gd name="connsiteX26" fmla="*/ 2250721 w 6559196"/>
                      <a:gd name="connsiteY26" fmla="*/ 1281553 h 4170009"/>
                      <a:gd name="connsiteX27" fmla="*/ 2666645 w 6559196"/>
                      <a:gd name="connsiteY27" fmla="*/ 1347434 h 4170009"/>
                      <a:gd name="connsiteX28" fmla="*/ 2660295 w 6559196"/>
                      <a:gd name="connsiteY28" fmla="*/ 1696684 h 4170009"/>
                      <a:gd name="connsiteX29" fmla="*/ 1580797 w 6559196"/>
                      <a:gd name="connsiteY29" fmla="*/ 1703034 h 4170009"/>
                      <a:gd name="connsiteX30" fmla="*/ 1339496 w 6559196"/>
                      <a:gd name="connsiteY30" fmla="*/ 1487134 h 4170009"/>
                      <a:gd name="connsiteX31" fmla="*/ 1340290 w 6559196"/>
                      <a:gd name="connsiteY31" fmla="*/ 2026091 h 4170009"/>
                      <a:gd name="connsiteX32" fmla="*/ 1503802 w 6559196"/>
                      <a:gd name="connsiteY32" fmla="*/ 2025297 h 4170009"/>
                      <a:gd name="connsiteX33" fmla="*/ 1557777 w 6559196"/>
                      <a:gd name="connsiteY33" fmla="*/ 1879247 h 4170009"/>
                      <a:gd name="connsiteX34" fmla="*/ 1936395 w 6559196"/>
                      <a:gd name="connsiteY34" fmla="*/ 1879246 h 4170009"/>
                      <a:gd name="connsiteX35" fmla="*/ 1891152 w 6559196"/>
                      <a:gd name="connsiteY35" fmla="*/ 2107847 h 4170009"/>
                      <a:gd name="connsiteX36" fmla="*/ 2053076 w 6559196"/>
                      <a:gd name="connsiteY36" fmla="*/ 2134041 h 4170009"/>
                      <a:gd name="connsiteX37" fmla="*/ 2053078 w 6559196"/>
                      <a:gd name="connsiteY37" fmla="*/ 2450747 h 4170009"/>
                      <a:gd name="connsiteX38" fmla="*/ 971989 w 6559196"/>
                      <a:gd name="connsiteY38" fmla="*/ 2453127 h 4170009"/>
                      <a:gd name="connsiteX39" fmla="*/ 402871 w 6559196"/>
                      <a:gd name="connsiteY39" fmla="*/ 1957828 h 4170009"/>
                      <a:gd name="connsiteX40" fmla="*/ 276665 w 6559196"/>
                      <a:gd name="connsiteY40" fmla="*/ 2088797 h 4170009"/>
                      <a:gd name="connsiteX41" fmla="*/ 886265 w 6559196"/>
                      <a:gd name="connsiteY41" fmla="*/ 2638865 h 4170009"/>
                      <a:gd name="connsiteX42" fmla="*/ 1657791 w 6559196"/>
                      <a:gd name="connsiteY42" fmla="*/ 2638865 h 4170009"/>
                      <a:gd name="connsiteX43" fmla="*/ 1174396 w 6559196"/>
                      <a:gd name="connsiteY43" fmla="*/ 3819965 h 4170009"/>
                      <a:gd name="connsiteX44" fmla="*/ 2579334 w 6559196"/>
                      <a:gd name="connsiteY44" fmla="*/ 3822346 h 4170009"/>
                      <a:gd name="connsiteX45" fmla="*/ 2608679 w 6559196"/>
                      <a:gd name="connsiteY45" fmla="*/ 3822313 h 4170009"/>
                      <a:gd name="connsiteX46" fmla="*/ 2983903 w 6559196"/>
                      <a:gd name="connsiteY46" fmla="*/ 328638 h 4170009"/>
                      <a:gd name="connsiteX47" fmla="*/ 2297710 w 6559196"/>
                      <a:gd name="connsiteY47" fmla="*/ 0 h 4170009"/>
                      <a:gd name="connsiteX48" fmla="*/ 4290975 w 6559196"/>
                      <a:gd name="connsiteY48" fmla="*/ 0 h 4170009"/>
                      <a:gd name="connsiteX49" fmla="*/ 4740085 w 6559196"/>
                      <a:gd name="connsiteY49" fmla="*/ 1223274 h 4170009"/>
                      <a:gd name="connsiteX50" fmla="*/ 4806476 w 6559196"/>
                      <a:gd name="connsiteY50" fmla="*/ 1153500 h 4170009"/>
                      <a:gd name="connsiteX51" fmla="*/ 5301896 w 6559196"/>
                      <a:gd name="connsiteY51" fmla="*/ 636232 h 4170009"/>
                      <a:gd name="connsiteX52" fmla="*/ 6457596 w 6559196"/>
                      <a:gd name="connsiteY52" fmla="*/ 687032 h 4170009"/>
                      <a:gd name="connsiteX53" fmla="*/ 6559196 w 6559196"/>
                      <a:gd name="connsiteY53" fmla="*/ 896582 h 4170009"/>
                      <a:gd name="connsiteX54" fmla="*/ 6559195 w 6559196"/>
                      <a:gd name="connsiteY54" fmla="*/ 2890482 h 4170009"/>
                      <a:gd name="connsiteX55" fmla="*/ 5413021 w 6559196"/>
                      <a:gd name="connsiteY55" fmla="*/ 2893657 h 4170009"/>
                      <a:gd name="connsiteX56" fmla="*/ 5901971 w 6559196"/>
                      <a:gd name="connsiteY56" fmla="*/ 4170009 h 4170009"/>
                      <a:gd name="connsiteX57" fmla="*/ 652902 w 6559196"/>
                      <a:gd name="connsiteY57" fmla="*/ 4167628 h 4170009"/>
                      <a:gd name="connsiteX58" fmla="*/ 1164871 w 6559196"/>
                      <a:gd name="connsiteY58" fmla="*/ 2880772 h 4170009"/>
                      <a:gd name="connsiteX59" fmla="*/ 0 w 6559196"/>
                      <a:gd name="connsiteY59" fmla="*/ 2880772 h 4170009"/>
                      <a:gd name="connsiteX60" fmla="*/ 0 w 6559196"/>
                      <a:gd name="connsiteY60" fmla="*/ 947384 h 4170009"/>
                      <a:gd name="connsiteX61" fmla="*/ 120296 w 6559196"/>
                      <a:gd name="connsiteY61" fmla="*/ 693384 h 4170009"/>
                      <a:gd name="connsiteX62" fmla="*/ 1260121 w 6559196"/>
                      <a:gd name="connsiteY62" fmla="*/ 648934 h 4170009"/>
                      <a:gd name="connsiteX63" fmla="*/ 1815746 w 6559196"/>
                      <a:gd name="connsiteY63" fmla="*/ 1201384 h 4170009"/>
                      <a:gd name="connsiteX64" fmla="*/ 1827400 w 6559196"/>
                      <a:gd name="connsiteY64" fmla="*/ 1203708 h 4170009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</a:cxnLst>
                    <a:rect l="l" t="t" r="r" b="b"/>
                    <a:pathLst>
                      <a:path w="6559196" h="4170009">
                        <a:moveTo>
                          <a:pt x="3566299" y="330038"/>
                        </a:moveTo>
                        <a:lnTo>
                          <a:pt x="3957034" y="3820763"/>
                        </a:lnTo>
                        <a:lnTo>
                          <a:pt x="3962046" y="3820757"/>
                        </a:lnTo>
                        <a:lnTo>
                          <a:pt x="5378096" y="3823932"/>
                        </a:lnTo>
                        <a:cubicBezTo>
                          <a:pt x="5234811" y="3468537"/>
                          <a:pt x="4961301" y="2818481"/>
                          <a:pt x="4905738" y="2637711"/>
                        </a:cubicBezTo>
                        <a:lnTo>
                          <a:pt x="5670196" y="2637711"/>
                        </a:lnTo>
                        <a:cubicBezTo>
                          <a:pt x="5861106" y="2470154"/>
                          <a:pt x="6138457" y="2220659"/>
                          <a:pt x="6284712" y="2089563"/>
                        </a:cubicBezTo>
                        <a:cubicBezTo>
                          <a:pt x="6244154" y="2037124"/>
                          <a:pt x="6204825" y="1995746"/>
                          <a:pt x="6164267" y="1954369"/>
                        </a:cubicBezTo>
                        <a:cubicBezTo>
                          <a:pt x="6042593" y="2060475"/>
                          <a:pt x="5694777" y="2375519"/>
                          <a:pt x="5601370" y="2460731"/>
                        </a:cubicBezTo>
                        <a:lnTo>
                          <a:pt x="4505074" y="2458271"/>
                        </a:lnTo>
                        <a:cubicBezTo>
                          <a:pt x="4506480" y="2269025"/>
                          <a:pt x="4507532" y="2219840"/>
                          <a:pt x="4505073" y="2111685"/>
                        </a:cubicBezTo>
                        <a:cubicBezTo>
                          <a:pt x="4600296" y="2114168"/>
                          <a:pt x="4615686" y="2111685"/>
                          <a:pt x="4684512" y="2111685"/>
                        </a:cubicBezTo>
                        <a:cubicBezTo>
                          <a:pt x="4647410" y="1996592"/>
                          <a:pt x="4638219" y="1971576"/>
                          <a:pt x="4608312" y="1873253"/>
                        </a:cubicBezTo>
                        <a:lnTo>
                          <a:pt x="4996686" y="1875711"/>
                        </a:lnTo>
                        <a:cubicBezTo>
                          <a:pt x="5034146" y="1967127"/>
                          <a:pt x="5024305" y="1945834"/>
                          <a:pt x="5060596" y="2025858"/>
                        </a:cubicBezTo>
                        <a:cubicBezTo>
                          <a:pt x="5151348" y="2017963"/>
                          <a:pt x="5113513" y="2023707"/>
                          <a:pt x="5219346" y="2014182"/>
                        </a:cubicBezTo>
                        <a:cubicBezTo>
                          <a:pt x="5221198" y="1807013"/>
                          <a:pt x="5219039" y="1693780"/>
                          <a:pt x="5219346" y="1512532"/>
                        </a:cubicBezTo>
                        <a:cubicBezTo>
                          <a:pt x="5101871" y="1602490"/>
                          <a:pt x="5084938" y="1610957"/>
                          <a:pt x="4978046" y="1703032"/>
                        </a:cubicBezTo>
                        <a:lnTo>
                          <a:pt x="3885846" y="1703032"/>
                        </a:lnTo>
                        <a:cubicBezTo>
                          <a:pt x="3894048" y="1521263"/>
                          <a:pt x="3889021" y="1555924"/>
                          <a:pt x="3885846" y="1353782"/>
                        </a:cubicBezTo>
                        <a:lnTo>
                          <a:pt x="4374306" y="1280878"/>
                        </a:lnTo>
                        <a:lnTo>
                          <a:pt x="4311812" y="1113261"/>
                        </a:lnTo>
                        <a:cubicBezTo>
                          <a:pt x="4219063" y="869681"/>
                          <a:pt x="4125241" y="637789"/>
                          <a:pt x="4001416" y="331084"/>
                        </a:cubicBezTo>
                        <a:close/>
                        <a:moveTo>
                          <a:pt x="2561236" y="327622"/>
                        </a:moveTo>
                        <a:cubicBezTo>
                          <a:pt x="2448235" y="620905"/>
                          <a:pt x="2345717" y="866609"/>
                          <a:pt x="2244269" y="1114653"/>
                        </a:cubicBezTo>
                        <a:lnTo>
                          <a:pt x="2181450" y="1269889"/>
                        </a:lnTo>
                        <a:lnTo>
                          <a:pt x="2250721" y="1281553"/>
                        </a:lnTo>
                        <a:cubicBezTo>
                          <a:pt x="2389362" y="1303513"/>
                          <a:pt x="2524829" y="1323093"/>
                          <a:pt x="2666645" y="1347434"/>
                        </a:cubicBezTo>
                        <a:cubicBezTo>
                          <a:pt x="2658178" y="1459617"/>
                          <a:pt x="2662412" y="1540051"/>
                          <a:pt x="2660295" y="1696684"/>
                        </a:cubicBezTo>
                        <a:lnTo>
                          <a:pt x="1580797" y="1703034"/>
                        </a:lnTo>
                        <a:cubicBezTo>
                          <a:pt x="1447447" y="1580267"/>
                          <a:pt x="1460147" y="1584501"/>
                          <a:pt x="1339496" y="1487134"/>
                        </a:cubicBezTo>
                        <a:cubicBezTo>
                          <a:pt x="1337379" y="1694567"/>
                          <a:pt x="1341613" y="1821039"/>
                          <a:pt x="1340290" y="2026091"/>
                        </a:cubicBezTo>
                        <a:lnTo>
                          <a:pt x="1503802" y="2025297"/>
                        </a:lnTo>
                        <a:cubicBezTo>
                          <a:pt x="1532906" y="1948435"/>
                          <a:pt x="1535287" y="1925814"/>
                          <a:pt x="1557777" y="1879247"/>
                        </a:cubicBezTo>
                        <a:lnTo>
                          <a:pt x="1936395" y="1879246"/>
                        </a:lnTo>
                        <a:cubicBezTo>
                          <a:pt x="1994339" y="1890358"/>
                          <a:pt x="1834797" y="2039748"/>
                          <a:pt x="1891152" y="2107847"/>
                        </a:cubicBezTo>
                        <a:cubicBezTo>
                          <a:pt x="1984021" y="2106260"/>
                          <a:pt x="2019738" y="2104672"/>
                          <a:pt x="2053076" y="2134041"/>
                        </a:cubicBezTo>
                        <a:cubicBezTo>
                          <a:pt x="2053871" y="2190398"/>
                          <a:pt x="2057046" y="2322952"/>
                          <a:pt x="2053078" y="2450747"/>
                        </a:cubicBezTo>
                        <a:lnTo>
                          <a:pt x="971989" y="2453127"/>
                        </a:lnTo>
                        <a:cubicBezTo>
                          <a:pt x="849752" y="2353909"/>
                          <a:pt x="548920" y="2090384"/>
                          <a:pt x="402871" y="1957828"/>
                        </a:cubicBezTo>
                        <a:cubicBezTo>
                          <a:pt x="352865" y="2004659"/>
                          <a:pt x="329052" y="2030060"/>
                          <a:pt x="276665" y="2088797"/>
                        </a:cubicBezTo>
                        <a:cubicBezTo>
                          <a:pt x="478277" y="2267391"/>
                          <a:pt x="687034" y="2457889"/>
                          <a:pt x="886265" y="2638865"/>
                        </a:cubicBezTo>
                        <a:cubicBezTo>
                          <a:pt x="979927" y="2642040"/>
                          <a:pt x="1533173" y="2640452"/>
                          <a:pt x="1657791" y="2638865"/>
                        </a:cubicBezTo>
                        <a:cubicBezTo>
                          <a:pt x="1566510" y="2855558"/>
                          <a:pt x="1263295" y="3605654"/>
                          <a:pt x="1174396" y="3819965"/>
                        </a:cubicBezTo>
                        <a:lnTo>
                          <a:pt x="2579334" y="3822346"/>
                        </a:lnTo>
                        <a:lnTo>
                          <a:pt x="2608679" y="3822313"/>
                        </a:lnTo>
                        <a:lnTo>
                          <a:pt x="2983903" y="328638"/>
                        </a:lnTo>
                        <a:close/>
                        <a:moveTo>
                          <a:pt x="2297710" y="0"/>
                        </a:moveTo>
                        <a:lnTo>
                          <a:pt x="4290975" y="0"/>
                        </a:lnTo>
                        <a:lnTo>
                          <a:pt x="4740085" y="1223274"/>
                        </a:lnTo>
                        <a:lnTo>
                          <a:pt x="4806476" y="1153500"/>
                        </a:lnTo>
                        <a:cubicBezTo>
                          <a:pt x="5132681" y="810593"/>
                          <a:pt x="5133224" y="808873"/>
                          <a:pt x="5301896" y="636232"/>
                        </a:cubicBezTo>
                        <a:cubicBezTo>
                          <a:pt x="5713323" y="1015380"/>
                          <a:pt x="6268155" y="839432"/>
                          <a:pt x="6457596" y="687032"/>
                        </a:cubicBezTo>
                        <a:cubicBezTo>
                          <a:pt x="6511306" y="726455"/>
                          <a:pt x="6557080" y="824615"/>
                          <a:pt x="6559196" y="896582"/>
                        </a:cubicBezTo>
                        <a:cubicBezTo>
                          <a:pt x="6550464" y="1253505"/>
                          <a:pt x="6554433" y="2522711"/>
                          <a:pt x="6559195" y="2890482"/>
                        </a:cubicBezTo>
                        <a:lnTo>
                          <a:pt x="5413021" y="2893657"/>
                        </a:lnTo>
                        <a:cubicBezTo>
                          <a:pt x="5636594" y="3471243"/>
                          <a:pt x="5804737" y="3927518"/>
                          <a:pt x="5901971" y="4170009"/>
                        </a:cubicBezTo>
                        <a:lnTo>
                          <a:pt x="652902" y="4167628"/>
                        </a:lnTo>
                        <a:lnTo>
                          <a:pt x="1164871" y="2880772"/>
                        </a:lnTo>
                        <a:lnTo>
                          <a:pt x="0" y="2880772"/>
                        </a:lnTo>
                        <a:lnTo>
                          <a:pt x="0" y="947384"/>
                        </a:lnTo>
                        <a:cubicBezTo>
                          <a:pt x="1999" y="833084"/>
                          <a:pt x="54797" y="718784"/>
                          <a:pt x="120296" y="693384"/>
                        </a:cubicBezTo>
                        <a:cubicBezTo>
                          <a:pt x="508704" y="905051"/>
                          <a:pt x="852663" y="913517"/>
                          <a:pt x="1260121" y="648934"/>
                        </a:cubicBezTo>
                        <a:cubicBezTo>
                          <a:pt x="1460147" y="839434"/>
                          <a:pt x="1571271" y="960084"/>
                          <a:pt x="1815746" y="1201384"/>
                        </a:cubicBezTo>
                        <a:lnTo>
                          <a:pt x="1827400" y="1203708"/>
                        </a:ln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  <p:sp>
                <p:nvSpPr>
                  <p:cNvPr id="237" name="Freeform 118">
                    <a:extLst>
                      <a:ext uri="{FF2B5EF4-FFF2-40B4-BE49-F238E27FC236}">
                        <a16:creationId xmlns:a16="http://schemas.microsoft.com/office/drawing/2014/main" id="{3719269A-860E-462D-A454-1EDCDCACD2BE}"/>
                      </a:ext>
                    </a:extLst>
                  </p:cNvPr>
                  <p:cNvSpPr/>
                  <p:nvPr/>
                </p:nvSpPr>
                <p:spPr>
                  <a:xfrm>
                    <a:off x="2815985" y="1530351"/>
                    <a:ext cx="2232268" cy="1155516"/>
                  </a:xfrm>
                  <a:custGeom>
                    <a:avLst/>
                    <a:gdLst>
                      <a:gd name="connsiteX0" fmla="*/ 983975 w 2232268"/>
                      <a:gd name="connsiteY0" fmla="*/ 363034 h 1155514"/>
                      <a:gd name="connsiteX1" fmla="*/ 1248294 w 2232268"/>
                      <a:gd name="connsiteY1" fmla="*/ 363034 h 1155514"/>
                      <a:gd name="connsiteX2" fmla="*/ 1248294 w 2232268"/>
                      <a:gd name="connsiteY2" fmla="*/ 417513 h 1155514"/>
                      <a:gd name="connsiteX3" fmla="*/ 983975 w 2232268"/>
                      <a:gd name="connsiteY3" fmla="*/ 417513 h 1155514"/>
                      <a:gd name="connsiteX4" fmla="*/ 1125659 w 2232268"/>
                      <a:gd name="connsiteY4" fmla="*/ 24607 h 1155514"/>
                      <a:gd name="connsiteX5" fmla="*/ 1337590 w 2232268"/>
                      <a:gd name="connsiteY5" fmla="*/ 222250 h 1155514"/>
                      <a:gd name="connsiteX6" fmla="*/ 1297109 w 2232268"/>
                      <a:gd name="connsiteY6" fmla="*/ 298450 h 1155514"/>
                      <a:gd name="connsiteX7" fmla="*/ 939922 w 2232268"/>
                      <a:gd name="connsiteY7" fmla="*/ 300831 h 1155514"/>
                      <a:gd name="connsiteX8" fmla="*/ 894678 w 2232268"/>
                      <a:gd name="connsiteY8" fmla="*/ 257969 h 1155514"/>
                      <a:gd name="connsiteX9" fmla="*/ 625273 w 2232268"/>
                      <a:gd name="connsiteY9" fmla="*/ 0 h 1155514"/>
                      <a:gd name="connsiteX10" fmla="*/ 684614 w 2232268"/>
                      <a:gd name="connsiteY10" fmla="*/ 0 h 1155514"/>
                      <a:gd name="connsiteX11" fmla="*/ 932796 w 2232268"/>
                      <a:gd name="connsiteY11" fmla="*/ 768909 h 1155514"/>
                      <a:gd name="connsiteX12" fmla="*/ 1019694 w 2232268"/>
                      <a:gd name="connsiteY12" fmla="*/ 768909 h 1155514"/>
                      <a:gd name="connsiteX13" fmla="*/ 1019694 w 2232268"/>
                      <a:gd name="connsiteY13" fmla="*/ 498766 h 1155514"/>
                      <a:gd name="connsiteX14" fmla="*/ 1212575 w 2232268"/>
                      <a:gd name="connsiteY14" fmla="*/ 498766 h 1155514"/>
                      <a:gd name="connsiteX15" fmla="*/ 1212575 w 2232268"/>
                      <a:gd name="connsiteY15" fmla="*/ 768909 h 1155514"/>
                      <a:gd name="connsiteX16" fmla="*/ 1298818 w 2232268"/>
                      <a:gd name="connsiteY16" fmla="*/ 768909 h 1155514"/>
                      <a:gd name="connsiteX17" fmla="*/ 1520591 w 2232268"/>
                      <a:gd name="connsiteY17" fmla="*/ 0 h 1155514"/>
                      <a:gd name="connsiteX18" fmla="*/ 1606995 w 2232268"/>
                      <a:gd name="connsiteY18" fmla="*/ 0 h 1155514"/>
                      <a:gd name="connsiteX19" fmla="*/ 2232268 w 2232268"/>
                      <a:gd name="connsiteY19" fmla="*/ 625273 h 1155514"/>
                      <a:gd name="connsiteX20" fmla="*/ 2232268 w 2232268"/>
                      <a:gd name="connsiteY20" fmla="*/ 1155514 h 1155514"/>
                      <a:gd name="connsiteX21" fmla="*/ 1917946 w 2232268"/>
                      <a:gd name="connsiteY21" fmla="*/ 1155514 h 1155514"/>
                      <a:gd name="connsiteX22" fmla="*/ 1917946 w 2232268"/>
                      <a:gd name="connsiteY22" fmla="*/ 706756 h 1155514"/>
                      <a:gd name="connsiteX23" fmla="*/ 1808408 w 2232268"/>
                      <a:gd name="connsiteY23" fmla="*/ 597218 h 1155514"/>
                      <a:gd name="connsiteX24" fmla="*/ 1698870 w 2232268"/>
                      <a:gd name="connsiteY24" fmla="*/ 706756 h 1155514"/>
                      <a:gd name="connsiteX25" fmla="*/ 1698870 w 2232268"/>
                      <a:gd name="connsiteY25" fmla="*/ 1155514 h 1155514"/>
                      <a:gd name="connsiteX26" fmla="*/ 536820 w 2232268"/>
                      <a:gd name="connsiteY26" fmla="*/ 1155514 h 1155514"/>
                      <a:gd name="connsiteX27" fmla="*/ 536820 w 2232268"/>
                      <a:gd name="connsiteY27" fmla="*/ 706756 h 1155514"/>
                      <a:gd name="connsiteX28" fmla="*/ 427282 w 2232268"/>
                      <a:gd name="connsiteY28" fmla="*/ 597218 h 1155514"/>
                      <a:gd name="connsiteX29" fmla="*/ 317744 w 2232268"/>
                      <a:gd name="connsiteY29" fmla="*/ 706756 h 1155514"/>
                      <a:gd name="connsiteX30" fmla="*/ 317744 w 2232268"/>
                      <a:gd name="connsiteY30" fmla="*/ 1155514 h 1155514"/>
                      <a:gd name="connsiteX31" fmla="*/ 0 w 2232268"/>
                      <a:gd name="connsiteY31" fmla="*/ 1155514 h 1155514"/>
                      <a:gd name="connsiteX32" fmla="*/ 0 w 2232268"/>
                      <a:gd name="connsiteY32" fmla="*/ 625273 h 1155514"/>
                      <a:gd name="connsiteX33" fmla="*/ 625273 w 2232268"/>
                      <a:gd name="connsiteY33" fmla="*/ 0 h 115551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</a:cxnLst>
                    <a:rect l="l" t="t" r="r" b="b"/>
                    <a:pathLst>
                      <a:path w="2232268" h="1155514">
                        <a:moveTo>
                          <a:pt x="983975" y="363034"/>
                        </a:moveTo>
                        <a:lnTo>
                          <a:pt x="1248294" y="363034"/>
                        </a:lnTo>
                        <a:lnTo>
                          <a:pt x="1248294" y="417513"/>
                        </a:lnTo>
                        <a:lnTo>
                          <a:pt x="983975" y="417513"/>
                        </a:lnTo>
                        <a:close/>
                        <a:moveTo>
                          <a:pt x="1125659" y="24607"/>
                        </a:moveTo>
                        <a:lnTo>
                          <a:pt x="1337590" y="222250"/>
                        </a:lnTo>
                        <a:lnTo>
                          <a:pt x="1297109" y="298450"/>
                        </a:lnTo>
                        <a:cubicBezTo>
                          <a:pt x="1169315" y="301626"/>
                          <a:pt x="1065334" y="300037"/>
                          <a:pt x="939922" y="300831"/>
                        </a:cubicBezTo>
                        <a:lnTo>
                          <a:pt x="894678" y="257969"/>
                        </a:lnTo>
                        <a:close/>
                        <a:moveTo>
                          <a:pt x="625273" y="0"/>
                        </a:moveTo>
                        <a:lnTo>
                          <a:pt x="684614" y="0"/>
                        </a:lnTo>
                        <a:lnTo>
                          <a:pt x="932796" y="768909"/>
                        </a:lnTo>
                        <a:lnTo>
                          <a:pt x="1019694" y="768909"/>
                        </a:lnTo>
                        <a:lnTo>
                          <a:pt x="1019694" y="498766"/>
                        </a:lnTo>
                        <a:lnTo>
                          <a:pt x="1212575" y="498766"/>
                        </a:lnTo>
                        <a:lnTo>
                          <a:pt x="1212575" y="768909"/>
                        </a:lnTo>
                        <a:lnTo>
                          <a:pt x="1298818" y="768909"/>
                        </a:lnTo>
                        <a:lnTo>
                          <a:pt x="1520591" y="0"/>
                        </a:lnTo>
                        <a:lnTo>
                          <a:pt x="1606995" y="0"/>
                        </a:lnTo>
                        <a:cubicBezTo>
                          <a:pt x="1952324" y="0"/>
                          <a:pt x="2232268" y="279944"/>
                          <a:pt x="2232268" y="625273"/>
                        </a:cubicBezTo>
                        <a:lnTo>
                          <a:pt x="2232268" y="1155514"/>
                        </a:lnTo>
                        <a:lnTo>
                          <a:pt x="1917946" y="1155514"/>
                        </a:lnTo>
                        <a:lnTo>
                          <a:pt x="1917946" y="706756"/>
                        </a:lnTo>
                        <a:cubicBezTo>
                          <a:pt x="1917946" y="646260"/>
                          <a:pt x="1868904" y="597218"/>
                          <a:pt x="1808408" y="597218"/>
                        </a:cubicBezTo>
                        <a:cubicBezTo>
                          <a:pt x="1747912" y="597218"/>
                          <a:pt x="1698870" y="646260"/>
                          <a:pt x="1698870" y="706756"/>
                        </a:cubicBezTo>
                        <a:lnTo>
                          <a:pt x="1698870" y="1155514"/>
                        </a:lnTo>
                        <a:lnTo>
                          <a:pt x="536820" y="1155514"/>
                        </a:lnTo>
                        <a:lnTo>
                          <a:pt x="536820" y="706756"/>
                        </a:lnTo>
                        <a:cubicBezTo>
                          <a:pt x="536820" y="646260"/>
                          <a:pt x="487778" y="597218"/>
                          <a:pt x="427282" y="597218"/>
                        </a:cubicBezTo>
                        <a:cubicBezTo>
                          <a:pt x="366786" y="597218"/>
                          <a:pt x="317744" y="646260"/>
                          <a:pt x="317744" y="706756"/>
                        </a:cubicBezTo>
                        <a:lnTo>
                          <a:pt x="317744" y="1155514"/>
                        </a:lnTo>
                        <a:lnTo>
                          <a:pt x="0" y="1155514"/>
                        </a:lnTo>
                        <a:lnTo>
                          <a:pt x="0" y="625273"/>
                        </a:lnTo>
                        <a:cubicBezTo>
                          <a:pt x="0" y="279944"/>
                          <a:pt x="279944" y="0"/>
                          <a:pt x="625273" y="0"/>
                        </a:cubicBezTo>
                        <a:close/>
                      </a:path>
                    </a:pathLst>
                  </a:custGeom>
                  <a:grpFill/>
                  <a:ln w="12700" cap="flat" cmpd="sng" algn="ctr">
                    <a:noFill/>
                    <a:prstDash val="solid"/>
                    <a:miter lim="800000"/>
                  </a:ln>
                  <a:effectLst/>
                </p:spPr>
                <p:txBody>
                  <a:bodyPr wrap="square" rtlCol="0" anchor="ctr">
                    <a:noAutofit/>
                  </a:bodyPr>
                  <a:lstStyle/>
                  <a:p>
                    <a:pPr marL="0" marR="0" lvl="0" indent="0" algn="ctr" defTabSz="4572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r>
                      <a: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rPr>
                      <a:t>   </a:t>
                    </a:r>
                  </a:p>
                </p:txBody>
              </p:sp>
            </p:grp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3F1BDF6F-209C-4D57-9A36-2E8BDB04BDEA}"/>
                    </a:ext>
                  </a:extLst>
                </p:cNvPr>
                <p:cNvGrpSpPr/>
                <p:nvPr/>
              </p:nvGrpSpPr>
              <p:grpSpPr>
                <a:xfrm>
                  <a:off x="6807017" y="5055546"/>
                  <a:ext cx="542896" cy="538632"/>
                  <a:chOff x="6518120" y="4627475"/>
                  <a:chExt cx="765046" cy="759046"/>
                </a:xfrm>
              </p:grpSpPr>
              <p:grpSp>
                <p:nvGrpSpPr>
                  <p:cNvPr id="217" name="Group 216">
                    <a:extLst>
                      <a:ext uri="{FF2B5EF4-FFF2-40B4-BE49-F238E27FC236}">
                        <a16:creationId xmlns:a16="http://schemas.microsoft.com/office/drawing/2014/main" id="{80E8ED8E-A8F9-45F0-9B15-E1F0EB263A97}"/>
                      </a:ext>
                    </a:extLst>
                  </p:cNvPr>
                  <p:cNvGrpSpPr/>
                  <p:nvPr/>
                </p:nvGrpSpPr>
                <p:grpSpPr>
                  <a:xfrm>
                    <a:off x="6518125" y="4627475"/>
                    <a:ext cx="307102" cy="354049"/>
                    <a:chOff x="5499508" y="1658380"/>
                    <a:chExt cx="307101" cy="354049"/>
                  </a:xfrm>
                  <a:solidFill>
                    <a:sysClr val="window" lastClr="FFFFFF"/>
                  </a:solidFill>
                </p:grpSpPr>
                <p:sp>
                  <p:nvSpPr>
                    <p:cNvPr id="230" name="Freeform 120">
                      <a:extLst>
                        <a:ext uri="{FF2B5EF4-FFF2-40B4-BE49-F238E27FC236}">
                          <a16:creationId xmlns:a16="http://schemas.microsoft.com/office/drawing/2014/main" id="{160066AD-FE6F-4461-94F9-D90D8CC4EAF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9508" y="1859663"/>
                      <a:ext cx="307101" cy="152766"/>
                    </a:xfrm>
                    <a:custGeom>
                      <a:avLst/>
                      <a:gdLst>
                        <a:gd name="connsiteX0" fmla="*/ 495427 w 1512362"/>
                        <a:gd name="connsiteY0" fmla="*/ 0 h 752319"/>
                        <a:gd name="connsiteX1" fmla="*/ 540537 w 1512362"/>
                        <a:gd name="connsiteY1" fmla="*/ 0 h 752319"/>
                        <a:gd name="connsiteX2" fmla="*/ 598202 w 1512362"/>
                        <a:gd name="connsiteY2" fmla="*/ 179102 h 752319"/>
                        <a:gd name="connsiteX3" fmla="*/ 670915 w 1512362"/>
                        <a:gd name="connsiteY3" fmla="*/ 409355 h 752319"/>
                        <a:gd name="connsiteX4" fmla="*/ 784898 w 1512362"/>
                        <a:gd name="connsiteY4" fmla="*/ 409355 h 752319"/>
                        <a:gd name="connsiteX5" fmla="*/ 912822 w 1512362"/>
                        <a:gd name="connsiteY5" fmla="*/ 0 h 752319"/>
                        <a:gd name="connsiteX6" fmla="*/ 1021935 w 1512362"/>
                        <a:gd name="connsiteY6" fmla="*/ 0 h 752319"/>
                        <a:gd name="connsiteX7" fmla="*/ 1494864 w 1512362"/>
                        <a:gd name="connsiteY7" fmla="*/ 477929 h 752319"/>
                        <a:gd name="connsiteX8" fmla="*/ 1512362 w 1512362"/>
                        <a:gd name="connsiteY8" fmla="*/ 749819 h 752319"/>
                        <a:gd name="connsiteX9" fmla="*/ 0 w 1512362"/>
                        <a:gd name="connsiteY9" fmla="*/ 752319 h 752319"/>
                        <a:gd name="connsiteX10" fmla="*/ 27497 w 1512362"/>
                        <a:gd name="connsiteY10" fmla="*/ 467929 h 752319"/>
                        <a:gd name="connsiteX11" fmla="*/ 495427 w 1512362"/>
                        <a:gd name="connsiteY11" fmla="*/ 0 h 7523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12362" h="752319">
                          <a:moveTo>
                            <a:pt x="495427" y="0"/>
                          </a:moveTo>
                          <a:lnTo>
                            <a:pt x="540537" y="0"/>
                          </a:lnTo>
                          <a:lnTo>
                            <a:pt x="598202" y="179102"/>
                          </a:lnTo>
                          <a:lnTo>
                            <a:pt x="670915" y="409355"/>
                          </a:lnTo>
                          <a:lnTo>
                            <a:pt x="784898" y="409355"/>
                          </a:lnTo>
                          <a:lnTo>
                            <a:pt x="912822" y="0"/>
                          </a:lnTo>
                          <a:lnTo>
                            <a:pt x="1021935" y="0"/>
                          </a:lnTo>
                          <a:cubicBezTo>
                            <a:pt x="1280365" y="0"/>
                            <a:pt x="1494864" y="219498"/>
                            <a:pt x="1494864" y="477929"/>
                          </a:cubicBezTo>
                          <a:cubicBezTo>
                            <a:pt x="1504864" y="609388"/>
                            <a:pt x="1507363" y="633358"/>
                            <a:pt x="1512362" y="749819"/>
                          </a:cubicBezTo>
                          <a:lnTo>
                            <a:pt x="0" y="752319"/>
                          </a:lnTo>
                          <a:cubicBezTo>
                            <a:pt x="9999" y="645857"/>
                            <a:pt x="17498" y="569392"/>
                            <a:pt x="27497" y="467929"/>
                          </a:cubicBezTo>
                          <a:cubicBezTo>
                            <a:pt x="27497" y="209499"/>
                            <a:pt x="236997" y="0"/>
                            <a:pt x="495427" y="0"/>
                          </a:cubicBezTo>
                          <a:close/>
                        </a:path>
                      </a:pathLst>
                    </a:cu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1" name="Freeform 121">
                      <a:extLst>
                        <a:ext uri="{FF2B5EF4-FFF2-40B4-BE49-F238E27FC236}">
                          <a16:creationId xmlns:a16="http://schemas.microsoft.com/office/drawing/2014/main" id="{BB3A5DDB-6987-47A1-B384-9B8539A266A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7983" y="1867229"/>
                      <a:ext cx="36470" cy="88835"/>
                    </a:xfrm>
                    <a:custGeom>
                      <a:avLst/>
                      <a:gdLst>
                        <a:gd name="connsiteX0" fmla="*/ 83978 w 426607"/>
                        <a:gd name="connsiteY0" fmla="*/ 0 h 1039139"/>
                        <a:gd name="connsiteX1" fmla="*/ 342629 w 426607"/>
                        <a:gd name="connsiteY1" fmla="*/ 0 h 1039139"/>
                        <a:gd name="connsiteX2" fmla="*/ 342629 w 426607"/>
                        <a:gd name="connsiteY2" fmla="*/ 91738 h 1039139"/>
                        <a:gd name="connsiteX3" fmla="*/ 279416 w 426607"/>
                        <a:gd name="connsiteY3" fmla="*/ 91738 h 1039139"/>
                        <a:gd name="connsiteX4" fmla="*/ 426607 w 426607"/>
                        <a:gd name="connsiteY4" fmla="*/ 1039139 h 1039139"/>
                        <a:gd name="connsiteX5" fmla="*/ 0 w 426607"/>
                        <a:gd name="connsiteY5" fmla="*/ 1039139 h 1039139"/>
                        <a:gd name="connsiteX6" fmla="*/ 159393 w 426607"/>
                        <a:gd name="connsiteY6" fmla="*/ 91738 h 1039139"/>
                        <a:gd name="connsiteX7" fmla="*/ 83978 w 426607"/>
                        <a:gd name="connsiteY7" fmla="*/ 91738 h 10391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26607" h="1039139">
                          <a:moveTo>
                            <a:pt x="83978" y="0"/>
                          </a:moveTo>
                          <a:lnTo>
                            <a:pt x="342629" y="0"/>
                          </a:lnTo>
                          <a:lnTo>
                            <a:pt x="342629" y="91738"/>
                          </a:lnTo>
                          <a:lnTo>
                            <a:pt x="279416" y="91738"/>
                          </a:lnTo>
                          <a:lnTo>
                            <a:pt x="426607" y="1039139"/>
                          </a:lnTo>
                          <a:lnTo>
                            <a:pt x="0" y="1039139"/>
                          </a:lnTo>
                          <a:lnTo>
                            <a:pt x="159393" y="91738"/>
                          </a:lnTo>
                          <a:lnTo>
                            <a:pt x="83978" y="91738"/>
                          </a:lnTo>
                          <a:close/>
                        </a:path>
                      </a:pathLst>
                    </a:cu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32" name="Oval 231">
                      <a:extLst>
                        <a:ext uri="{FF2B5EF4-FFF2-40B4-BE49-F238E27FC236}">
                          <a16:creationId xmlns:a16="http://schemas.microsoft.com/office/drawing/2014/main" id="{5979C055-C258-4793-95F3-2623EDD91C4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70189" y="1658380"/>
                      <a:ext cx="159232" cy="176621"/>
                    </a:xfrm>
                    <a:prstGeom prst="ellipse">
                      <a:avLst/>
                    </a:pr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18" name="Group 217">
                    <a:extLst>
                      <a:ext uri="{FF2B5EF4-FFF2-40B4-BE49-F238E27FC236}">
                        <a16:creationId xmlns:a16="http://schemas.microsoft.com/office/drawing/2014/main" id="{135C8809-2C09-4B67-BB78-730047996146}"/>
                      </a:ext>
                    </a:extLst>
                  </p:cNvPr>
                  <p:cNvGrpSpPr/>
                  <p:nvPr/>
                </p:nvGrpSpPr>
                <p:grpSpPr>
                  <a:xfrm>
                    <a:off x="6518120" y="5032472"/>
                    <a:ext cx="307102" cy="354049"/>
                    <a:chOff x="5499508" y="1658380"/>
                    <a:chExt cx="307101" cy="354049"/>
                  </a:xfrm>
                  <a:solidFill>
                    <a:sysClr val="window" lastClr="FFFFFF"/>
                  </a:solidFill>
                </p:grpSpPr>
                <p:sp>
                  <p:nvSpPr>
                    <p:cNvPr id="227" name="Freeform 124">
                      <a:extLst>
                        <a:ext uri="{FF2B5EF4-FFF2-40B4-BE49-F238E27FC236}">
                          <a16:creationId xmlns:a16="http://schemas.microsoft.com/office/drawing/2014/main" id="{0FD3084E-C8A1-4B3F-85AE-0255C4EF8E7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499508" y="1859663"/>
                      <a:ext cx="307101" cy="152766"/>
                    </a:xfrm>
                    <a:custGeom>
                      <a:avLst/>
                      <a:gdLst>
                        <a:gd name="connsiteX0" fmla="*/ 495427 w 1512362"/>
                        <a:gd name="connsiteY0" fmla="*/ 0 h 752319"/>
                        <a:gd name="connsiteX1" fmla="*/ 540537 w 1512362"/>
                        <a:gd name="connsiteY1" fmla="*/ 0 h 752319"/>
                        <a:gd name="connsiteX2" fmla="*/ 598202 w 1512362"/>
                        <a:gd name="connsiteY2" fmla="*/ 179102 h 752319"/>
                        <a:gd name="connsiteX3" fmla="*/ 670915 w 1512362"/>
                        <a:gd name="connsiteY3" fmla="*/ 409355 h 752319"/>
                        <a:gd name="connsiteX4" fmla="*/ 784898 w 1512362"/>
                        <a:gd name="connsiteY4" fmla="*/ 409355 h 752319"/>
                        <a:gd name="connsiteX5" fmla="*/ 912822 w 1512362"/>
                        <a:gd name="connsiteY5" fmla="*/ 0 h 752319"/>
                        <a:gd name="connsiteX6" fmla="*/ 1021935 w 1512362"/>
                        <a:gd name="connsiteY6" fmla="*/ 0 h 752319"/>
                        <a:gd name="connsiteX7" fmla="*/ 1494864 w 1512362"/>
                        <a:gd name="connsiteY7" fmla="*/ 477929 h 752319"/>
                        <a:gd name="connsiteX8" fmla="*/ 1512362 w 1512362"/>
                        <a:gd name="connsiteY8" fmla="*/ 749819 h 752319"/>
                        <a:gd name="connsiteX9" fmla="*/ 0 w 1512362"/>
                        <a:gd name="connsiteY9" fmla="*/ 752319 h 752319"/>
                        <a:gd name="connsiteX10" fmla="*/ 27497 w 1512362"/>
                        <a:gd name="connsiteY10" fmla="*/ 467929 h 752319"/>
                        <a:gd name="connsiteX11" fmla="*/ 495427 w 1512362"/>
                        <a:gd name="connsiteY11" fmla="*/ 0 h 75231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  <a:cxn ang="0">
                          <a:pos x="connsiteX10" y="connsiteY10"/>
                        </a:cxn>
                        <a:cxn ang="0">
                          <a:pos x="connsiteX11" y="connsiteY11"/>
                        </a:cxn>
                      </a:cxnLst>
                      <a:rect l="l" t="t" r="r" b="b"/>
                      <a:pathLst>
                        <a:path w="1512362" h="752319">
                          <a:moveTo>
                            <a:pt x="495427" y="0"/>
                          </a:moveTo>
                          <a:lnTo>
                            <a:pt x="540537" y="0"/>
                          </a:lnTo>
                          <a:lnTo>
                            <a:pt x="598202" y="179102"/>
                          </a:lnTo>
                          <a:lnTo>
                            <a:pt x="670915" y="409355"/>
                          </a:lnTo>
                          <a:lnTo>
                            <a:pt x="784898" y="409355"/>
                          </a:lnTo>
                          <a:lnTo>
                            <a:pt x="912822" y="0"/>
                          </a:lnTo>
                          <a:lnTo>
                            <a:pt x="1021935" y="0"/>
                          </a:lnTo>
                          <a:cubicBezTo>
                            <a:pt x="1280365" y="0"/>
                            <a:pt x="1494864" y="219498"/>
                            <a:pt x="1494864" y="477929"/>
                          </a:cubicBezTo>
                          <a:cubicBezTo>
                            <a:pt x="1504864" y="609388"/>
                            <a:pt x="1507363" y="633358"/>
                            <a:pt x="1512362" y="749819"/>
                          </a:cubicBezTo>
                          <a:lnTo>
                            <a:pt x="0" y="752319"/>
                          </a:lnTo>
                          <a:cubicBezTo>
                            <a:pt x="9999" y="645857"/>
                            <a:pt x="17498" y="569392"/>
                            <a:pt x="27497" y="467929"/>
                          </a:cubicBezTo>
                          <a:cubicBezTo>
                            <a:pt x="27497" y="209499"/>
                            <a:pt x="236997" y="0"/>
                            <a:pt x="495427" y="0"/>
                          </a:cubicBezTo>
                          <a:close/>
                        </a:path>
                      </a:pathLst>
                    </a:cu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wrap="square" rtlCol="0" anchor="ctr">
                      <a:noAutofit/>
                    </a:bodyPr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8" name="Freeform 125">
                      <a:extLst>
                        <a:ext uri="{FF2B5EF4-FFF2-40B4-BE49-F238E27FC236}">
                          <a16:creationId xmlns:a16="http://schemas.microsoft.com/office/drawing/2014/main" id="{ED0D2E0C-BD11-4B7F-B224-3D8D85111BD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627983" y="1867229"/>
                      <a:ext cx="36470" cy="88835"/>
                    </a:xfrm>
                    <a:custGeom>
                      <a:avLst/>
                      <a:gdLst>
                        <a:gd name="connsiteX0" fmla="*/ 83978 w 426607"/>
                        <a:gd name="connsiteY0" fmla="*/ 0 h 1039139"/>
                        <a:gd name="connsiteX1" fmla="*/ 342629 w 426607"/>
                        <a:gd name="connsiteY1" fmla="*/ 0 h 1039139"/>
                        <a:gd name="connsiteX2" fmla="*/ 342629 w 426607"/>
                        <a:gd name="connsiteY2" fmla="*/ 91738 h 1039139"/>
                        <a:gd name="connsiteX3" fmla="*/ 279416 w 426607"/>
                        <a:gd name="connsiteY3" fmla="*/ 91738 h 1039139"/>
                        <a:gd name="connsiteX4" fmla="*/ 426607 w 426607"/>
                        <a:gd name="connsiteY4" fmla="*/ 1039139 h 1039139"/>
                        <a:gd name="connsiteX5" fmla="*/ 0 w 426607"/>
                        <a:gd name="connsiteY5" fmla="*/ 1039139 h 1039139"/>
                        <a:gd name="connsiteX6" fmla="*/ 159393 w 426607"/>
                        <a:gd name="connsiteY6" fmla="*/ 91738 h 1039139"/>
                        <a:gd name="connsiteX7" fmla="*/ 83978 w 426607"/>
                        <a:gd name="connsiteY7" fmla="*/ 91738 h 1039139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</a:cxnLst>
                      <a:rect l="l" t="t" r="r" b="b"/>
                      <a:pathLst>
                        <a:path w="426607" h="1039139">
                          <a:moveTo>
                            <a:pt x="83978" y="0"/>
                          </a:moveTo>
                          <a:lnTo>
                            <a:pt x="342629" y="0"/>
                          </a:lnTo>
                          <a:lnTo>
                            <a:pt x="342629" y="91738"/>
                          </a:lnTo>
                          <a:lnTo>
                            <a:pt x="279416" y="91738"/>
                          </a:lnTo>
                          <a:lnTo>
                            <a:pt x="426607" y="1039139"/>
                          </a:lnTo>
                          <a:lnTo>
                            <a:pt x="0" y="1039139"/>
                          </a:lnTo>
                          <a:lnTo>
                            <a:pt x="159393" y="91738"/>
                          </a:lnTo>
                          <a:lnTo>
                            <a:pt x="83978" y="91738"/>
                          </a:lnTo>
                          <a:close/>
                        </a:path>
                      </a:pathLst>
                    </a:cu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9" name="Oval 228">
                      <a:extLst>
                        <a:ext uri="{FF2B5EF4-FFF2-40B4-BE49-F238E27FC236}">
                          <a16:creationId xmlns:a16="http://schemas.microsoft.com/office/drawing/2014/main" id="{309A9422-579D-4EC7-A72A-F84909B75A3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5570189" y="1658380"/>
                      <a:ext cx="159232" cy="176621"/>
                    </a:xfrm>
                    <a:prstGeom prst="ellipse">
                      <a:avLst/>
                    </a:prstGeom>
                    <a:grpFill/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19" name="Group 218">
                    <a:extLst>
                      <a:ext uri="{FF2B5EF4-FFF2-40B4-BE49-F238E27FC236}">
                        <a16:creationId xmlns:a16="http://schemas.microsoft.com/office/drawing/2014/main" id="{1D093EC8-BC94-4A0D-9896-D35D7920F3B0}"/>
                      </a:ext>
                    </a:extLst>
                  </p:cNvPr>
                  <p:cNvGrpSpPr/>
                  <p:nvPr/>
                </p:nvGrpSpPr>
                <p:grpSpPr>
                  <a:xfrm>
                    <a:off x="6896838" y="4746001"/>
                    <a:ext cx="384375" cy="233059"/>
                    <a:chOff x="6903196" y="4686258"/>
                    <a:chExt cx="384374" cy="233009"/>
                  </a:xfrm>
                </p:grpSpPr>
                <p:sp>
                  <p:nvSpPr>
                    <p:cNvPr id="224" name="Rectangle 223">
                      <a:extLst>
                        <a:ext uri="{FF2B5EF4-FFF2-40B4-BE49-F238E27FC236}">
                          <a16:creationId xmlns:a16="http://schemas.microsoft.com/office/drawing/2014/main" id="{66D98F6A-D374-43CB-A9EE-9DAD47B7BB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3196" y="4686258"/>
                      <a:ext cx="384374" cy="4572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5" name="Rectangle 224">
                      <a:extLst>
                        <a:ext uri="{FF2B5EF4-FFF2-40B4-BE49-F238E27FC236}">
                          <a16:creationId xmlns:a16="http://schemas.microsoft.com/office/drawing/2014/main" id="{58C36780-455F-4AAC-B5A9-BF2EC2CC061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3205" y="4779917"/>
                      <a:ext cx="296755" cy="4572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6" name="Rectangle 225">
                      <a:extLst>
                        <a:ext uri="{FF2B5EF4-FFF2-40B4-BE49-F238E27FC236}">
                          <a16:creationId xmlns:a16="http://schemas.microsoft.com/office/drawing/2014/main" id="{45CC94F6-BD40-4CD0-8050-0F02F0F7B7F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903206" y="4873547"/>
                      <a:ext cx="220170" cy="4572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  <p:grpSp>
                <p:nvGrpSpPr>
                  <p:cNvPr id="220" name="Group 219">
                    <a:extLst>
                      <a:ext uri="{FF2B5EF4-FFF2-40B4-BE49-F238E27FC236}">
                        <a16:creationId xmlns:a16="http://schemas.microsoft.com/office/drawing/2014/main" id="{1F5D7360-E5D7-421C-8280-BDB175FD5371}"/>
                      </a:ext>
                    </a:extLst>
                  </p:cNvPr>
                  <p:cNvGrpSpPr/>
                  <p:nvPr/>
                </p:nvGrpSpPr>
                <p:grpSpPr>
                  <a:xfrm>
                    <a:off x="6898791" y="5153008"/>
                    <a:ext cx="384375" cy="233060"/>
                    <a:chOff x="7055596" y="4838637"/>
                    <a:chExt cx="384374" cy="233030"/>
                  </a:xfrm>
                </p:grpSpPr>
                <p:sp>
                  <p:nvSpPr>
                    <p:cNvPr id="221" name="Rectangle 220">
                      <a:extLst>
                        <a:ext uri="{FF2B5EF4-FFF2-40B4-BE49-F238E27FC236}">
                          <a16:creationId xmlns:a16="http://schemas.microsoft.com/office/drawing/2014/main" id="{CE6EB3BE-6E3C-472B-8870-71CA4953D7E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5596" y="4838637"/>
                      <a:ext cx="384374" cy="4572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2" name="Rectangle 221">
                      <a:extLst>
                        <a:ext uri="{FF2B5EF4-FFF2-40B4-BE49-F238E27FC236}">
                          <a16:creationId xmlns:a16="http://schemas.microsoft.com/office/drawing/2014/main" id="{54F7C470-15FD-4B7D-858D-06355B81F86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5605" y="4932319"/>
                      <a:ext cx="296755" cy="4572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  <p:sp>
                  <p:nvSpPr>
                    <p:cNvPr id="223" name="Rectangle 222">
                      <a:extLst>
                        <a:ext uri="{FF2B5EF4-FFF2-40B4-BE49-F238E27FC236}">
                          <a16:creationId xmlns:a16="http://schemas.microsoft.com/office/drawing/2014/main" id="{2495A39B-4117-4D70-8BD5-C212B56F3D4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55606" y="5025947"/>
                      <a:ext cx="220170" cy="45720"/>
                    </a:xfrm>
                    <a:prstGeom prst="rect">
                      <a:avLst/>
                    </a:prstGeom>
                    <a:solidFill>
                      <a:sysClr val="window" lastClr="FFFFFF"/>
                    </a:solidFill>
                    <a:ln w="12700" cap="flat" cmpd="sng" algn="ctr">
                      <a:noFill/>
                      <a:prstDash val="solid"/>
                      <a:miter lim="800000"/>
                    </a:ln>
                    <a:effectLst/>
                  </p:spPr>
                  <p:txBody>
                    <a:bodyPr rtlCol="0" anchor="ctr"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IN" sz="1350" b="0" i="0" u="none" strike="noStrike" kern="0" cap="none" spc="0" normalizeH="0" baseline="0" noProof="0">
                        <a:ln>
                          <a:noFill/>
                        </a:ln>
                        <a:solidFill>
                          <a:prstClr val="white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+mn-cs"/>
                      </a:endParaRPr>
                    </a:p>
                  </p:txBody>
                </p:sp>
              </p:grpSp>
            </p:grpSp>
            <p:sp>
              <p:nvSpPr>
                <p:cNvPr id="216" name="Freeform 147">
                  <a:extLst>
                    <a:ext uri="{FF2B5EF4-FFF2-40B4-BE49-F238E27FC236}">
                      <a16:creationId xmlns:a16="http://schemas.microsoft.com/office/drawing/2014/main" id="{04FF5CA1-2483-4A12-8642-1D19F626B089}"/>
                    </a:ext>
                  </a:extLst>
                </p:cNvPr>
                <p:cNvSpPr>
                  <a:spLocks noEditPoints="1"/>
                </p:cNvSpPr>
                <p:nvPr/>
              </p:nvSpPr>
              <p:spPr bwMode="auto">
                <a:xfrm>
                  <a:off x="4831167" y="4675445"/>
                  <a:ext cx="687910" cy="583000"/>
                </a:xfrm>
                <a:custGeom>
                  <a:avLst/>
                  <a:gdLst>
                    <a:gd name="T0" fmla="*/ 328 w 1050"/>
                    <a:gd name="T1" fmla="*/ 833 h 890"/>
                    <a:gd name="T2" fmla="*/ 519 w 1050"/>
                    <a:gd name="T3" fmla="*/ 807 h 890"/>
                    <a:gd name="T4" fmla="*/ 545 w 1050"/>
                    <a:gd name="T5" fmla="*/ 890 h 890"/>
                    <a:gd name="T6" fmla="*/ 580 w 1050"/>
                    <a:gd name="T7" fmla="*/ 890 h 890"/>
                    <a:gd name="T8" fmla="*/ 606 w 1050"/>
                    <a:gd name="T9" fmla="*/ 807 h 890"/>
                    <a:gd name="T10" fmla="*/ 797 w 1050"/>
                    <a:gd name="T11" fmla="*/ 833 h 890"/>
                    <a:gd name="T12" fmla="*/ 580 w 1050"/>
                    <a:gd name="T13" fmla="*/ 890 h 890"/>
                    <a:gd name="T14" fmla="*/ 833 w 1050"/>
                    <a:gd name="T15" fmla="*/ 833 h 890"/>
                    <a:gd name="T16" fmla="*/ 1024 w 1050"/>
                    <a:gd name="T17" fmla="*/ 807 h 890"/>
                    <a:gd name="T18" fmla="*/ 1050 w 1050"/>
                    <a:gd name="T19" fmla="*/ 890 h 890"/>
                    <a:gd name="T20" fmla="*/ 58 w 1050"/>
                    <a:gd name="T21" fmla="*/ 804 h 890"/>
                    <a:gd name="T22" fmla="*/ 27 w 1050"/>
                    <a:gd name="T23" fmla="*/ 557 h 890"/>
                    <a:gd name="T24" fmla="*/ 0 w 1050"/>
                    <a:gd name="T25" fmla="*/ 283 h 890"/>
                    <a:gd name="T26" fmla="*/ 95 w 1050"/>
                    <a:gd name="T27" fmla="*/ 255 h 890"/>
                    <a:gd name="T28" fmla="*/ 208 w 1050"/>
                    <a:gd name="T29" fmla="*/ 255 h 890"/>
                    <a:gd name="T30" fmla="*/ 292 w 1050"/>
                    <a:gd name="T31" fmla="*/ 66 h 890"/>
                    <a:gd name="T32" fmla="*/ 523 w 1050"/>
                    <a:gd name="T33" fmla="*/ 35 h 890"/>
                    <a:gd name="T34" fmla="*/ 554 w 1050"/>
                    <a:gd name="T35" fmla="*/ 0 h 890"/>
                    <a:gd name="T36" fmla="*/ 685 w 1050"/>
                    <a:gd name="T37" fmla="*/ 31 h 890"/>
                    <a:gd name="T38" fmla="*/ 911 w 1050"/>
                    <a:gd name="T39" fmla="*/ 35 h 890"/>
                    <a:gd name="T40" fmla="*/ 941 w 1050"/>
                    <a:gd name="T41" fmla="*/ 510 h 890"/>
                    <a:gd name="T42" fmla="*/ 838 w 1050"/>
                    <a:gd name="T43" fmla="*/ 541 h 890"/>
                    <a:gd name="T44" fmla="*/ 838 w 1050"/>
                    <a:gd name="T45" fmla="*/ 480 h 890"/>
                    <a:gd name="T46" fmla="*/ 880 w 1050"/>
                    <a:gd name="T47" fmla="*/ 96 h 890"/>
                    <a:gd name="T48" fmla="*/ 354 w 1050"/>
                    <a:gd name="T49" fmla="*/ 255 h 890"/>
                    <a:gd name="T50" fmla="*/ 441 w 1050"/>
                    <a:gd name="T51" fmla="*/ 283 h 890"/>
                    <a:gd name="T52" fmla="*/ 414 w 1050"/>
                    <a:gd name="T53" fmla="*/ 343 h 890"/>
                    <a:gd name="T54" fmla="*/ 354 w 1050"/>
                    <a:gd name="T55" fmla="*/ 480 h 890"/>
                    <a:gd name="T56" fmla="*/ 668 w 1050"/>
                    <a:gd name="T57" fmla="*/ 510 h 890"/>
                    <a:gd name="T58" fmla="*/ 323 w 1050"/>
                    <a:gd name="T59" fmla="*/ 541 h 890"/>
                    <a:gd name="T60" fmla="*/ 292 w 1050"/>
                    <a:gd name="T61" fmla="*/ 343 h 890"/>
                    <a:gd name="T62" fmla="*/ 245 w 1050"/>
                    <a:gd name="T63" fmla="*/ 804 h 890"/>
                    <a:gd name="T64" fmla="*/ 173 w 1050"/>
                    <a:gd name="T65" fmla="*/ 826 h 890"/>
                    <a:gd name="T66" fmla="*/ 130 w 1050"/>
                    <a:gd name="T67" fmla="*/ 826 h 890"/>
                    <a:gd name="T68" fmla="*/ 58 w 1050"/>
                    <a:gd name="T69" fmla="*/ 804 h 890"/>
                    <a:gd name="T70" fmla="*/ 434 w 1050"/>
                    <a:gd name="T71" fmla="*/ 647 h 890"/>
                    <a:gd name="T72" fmla="*/ 434 w 1050"/>
                    <a:gd name="T73" fmla="*/ 784 h 890"/>
                    <a:gd name="T74" fmla="*/ 617 w 1050"/>
                    <a:gd name="T75" fmla="*/ 715 h 890"/>
                    <a:gd name="T76" fmla="*/ 755 w 1050"/>
                    <a:gd name="T77" fmla="*/ 715 h 890"/>
                    <a:gd name="T78" fmla="*/ 617 w 1050"/>
                    <a:gd name="T79" fmla="*/ 715 h 890"/>
                    <a:gd name="T80" fmla="*/ 939 w 1050"/>
                    <a:gd name="T81" fmla="*/ 647 h 890"/>
                    <a:gd name="T82" fmla="*/ 939 w 1050"/>
                    <a:gd name="T83" fmla="*/ 784 h 890"/>
                    <a:gd name="T84" fmla="*/ 705 w 1050"/>
                    <a:gd name="T85" fmla="*/ 510 h 890"/>
                    <a:gd name="T86" fmla="*/ 740 w 1050"/>
                    <a:gd name="T87" fmla="*/ 480 h 890"/>
                    <a:gd name="T88" fmla="*/ 740 w 1050"/>
                    <a:gd name="T89" fmla="*/ 541 h 890"/>
                    <a:gd name="T90" fmla="*/ 705 w 1050"/>
                    <a:gd name="T91" fmla="*/ 510 h 890"/>
                    <a:gd name="T92" fmla="*/ 154 w 1050"/>
                    <a:gd name="T93" fmla="*/ 82 h 890"/>
                    <a:gd name="T94" fmla="*/ 154 w 1050"/>
                    <a:gd name="T95" fmla="*/ 227 h 89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</a:cxnLst>
                  <a:rect l="0" t="0" r="r" b="b"/>
                  <a:pathLst>
                    <a:path w="1050" h="890">
                      <a:moveTo>
                        <a:pt x="328" y="890"/>
                      </a:moveTo>
                      <a:lnTo>
                        <a:pt x="328" y="833"/>
                      </a:lnTo>
                      <a:cubicBezTo>
                        <a:pt x="328" y="819"/>
                        <a:pt x="339" y="807"/>
                        <a:pt x="354" y="807"/>
                      </a:cubicBezTo>
                      <a:lnTo>
                        <a:pt x="519" y="807"/>
                      </a:lnTo>
                      <a:cubicBezTo>
                        <a:pt x="533" y="807"/>
                        <a:pt x="545" y="819"/>
                        <a:pt x="545" y="833"/>
                      </a:cubicBezTo>
                      <a:lnTo>
                        <a:pt x="545" y="890"/>
                      </a:lnTo>
                      <a:lnTo>
                        <a:pt x="328" y="890"/>
                      </a:lnTo>
                      <a:close/>
                      <a:moveTo>
                        <a:pt x="580" y="890"/>
                      </a:moveTo>
                      <a:lnTo>
                        <a:pt x="580" y="833"/>
                      </a:lnTo>
                      <a:cubicBezTo>
                        <a:pt x="580" y="819"/>
                        <a:pt x="592" y="807"/>
                        <a:pt x="606" y="807"/>
                      </a:cubicBezTo>
                      <a:lnTo>
                        <a:pt x="771" y="807"/>
                      </a:lnTo>
                      <a:cubicBezTo>
                        <a:pt x="786" y="807"/>
                        <a:pt x="797" y="819"/>
                        <a:pt x="797" y="833"/>
                      </a:cubicBezTo>
                      <a:lnTo>
                        <a:pt x="797" y="890"/>
                      </a:lnTo>
                      <a:lnTo>
                        <a:pt x="580" y="890"/>
                      </a:lnTo>
                      <a:close/>
                      <a:moveTo>
                        <a:pt x="833" y="890"/>
                      </a:moveTo>
                      <a:lnTo>
                        <a:pt x="833" y="833"/>
                      </a:lnTo>
                      <a:cubicBezTo>
                        <a:pt x="833" y="819"/>
                        <a:pt x="845" y="807"/>
                        <a:pt x="859" y="807"/>
                      </a:cubicBezTo>
                      <a:lnTo>
                        <a:pt x="1024" y="807"/>
                      </a:lnTo>
                      <a:cubicBezTo>
                        <a:pt x="1038" y="807"/>
                        <a:pt x="1050" y="819"/>
                        <a:pt x="1050" y="833"/>
                      </a:cubicBezTo>
                      <a:lnTo>
                        <a:pt x="1050" y="890"/>
                      </a:lnTo>
                      <a:lnTo>
                        <a:pt x="833" y="890"/>
                      </a:lnTo>
                      <a:close/>
                      <a:moveTo>
                        <a:pt x="58" y="804"/>
                      </a:moveTo>
                      <a:lnTo>
                        <a:pt x="58" y="557"/>
                      </a:lnTo>
                      <a:lnTo>
                        <a:pt x="27" y="557"/>
                      </a:lnTo>
                      <a:cubicBezTo>
                        <a:pt x="12" y="557"/>
                        <a:pt x="0" y="545"/>
                        <a:pt x="0" y="530"/>
                      </a:cubicBezTo>
                      <a:lnTo>
                        <a:pt x="0" y="283"/>
                      </a:lnTo>
                      <a:cubicBezTo>
                        <a:pt x="0" y="267"/>
                        <a:pt x="12" y="255"/>
                        <a:pt x="27" y="255"/>
                      </a:cubicBezTo>
                      <a:lnTo>
                        <a:pt x="95" y="255"/>
                      </a:lnTo>
                      <a:lnTo>
                        <a:pt x="151" y="312"/>
                      </a:lnTo>
                      <a:lnTo>
                        <a:pt x="208" y="255"/>
                      </a:lnTo>
                      <a:lnTo>
                        <a:pt x="292" y="255"/>
                      </a:lnTo>
                      <a:lnTo>
                        <a:pt x="292" y="66"/>
                      </a:lnTo>
                      <a:cubicBezTo>
                        <a:pt x="292" y="49"/>
                        <a:pt x="306" y="35"/>
                        <a:pt x="323" y="35"/>
                      </a:cubicBezTo>
                      <a:lnTo>
                        <a:pt x="523" y="35"/>
                      </a:lnTo>
                      <a:cubicBezTo>
                        <a:pt x="523" y="34"/>
                        <a:pt x="523" y="32"/>
                        <a:pt x="523" y="31"/>
                      </a:cubicBezTo>
                      <a:cubicBezTo>
                        <a:pt x="523" y="14"/>
                        <a:pt x="537" y="0"/>
                        <a:pt x="554" y="0"/>
                      </a:cubicBezTo>
                      <a:lnTo>
                        <a:pt x="654" y="0"/>
                      </a:lnTo>
                      <a:cubicBezTo>
                        <a:pt x="671" y="0"/>
                        <a:pt x="685" y="14"/>
                        <a:pt x="685" y="31"/>
                      </a:cubicBezTo>
                      <a:cubicBezTo>
                        <a:pt x="685" y="32"/>
                        <a:pt x="685" y="34"/>
                        <a:pt x="685" y="35"/>
                      </a:cubicBezTo>
                      <a:lnTo>
                        <a:pt x="911" y="35"/>
                      </a:lnTo>
                      <a:cubicBezTo>
                        <a:pt x="928" y="35"/>
                        <a:pt x="941" y="49"/>
                        <a:pt x="941" y="66"/>
                      </a:cubicBezTo>
                      <a:lnTo>
                        <a:pt x="941" y="510"/>
                      </a:lnTo>
                      <a:cubicBezTo>
                        <a:pt x="941" y="527"/>
                        <a:pt x="928" y="541"/>
                        <a:pt x="911" y="541"/>
                      </a:cubicBezTo>
                      <a:lnTo>
                        <a:pt x="838" y="541"/>
                      </a:lnTo>
                      <a:cubicBezTo>
                        <a:pt x="822" y="541"/>
                        <a:pt x="808" y="527"/>
                        <a:pt x="808" y="510"/>
                      </a:cubicBezTo>
                      <a:cubicBezTo>
                        <a:pt x="808" y="493"/>
                        <a:pt x="822" y="480"/>
                        <a:pt x="838" y="480"/>
                      </a:cubicBezTo>
                      <a:lnTo>
                        <a:pt x="880" y="480"/>
                      </a:lnTo>
                      <a:lnTo>
                        <a:pt x="880" y="96"/>
                      </a:lnTo>
                      <a:lnTo>
                        <a:pt x="354" y="96"/>
                      </a:lnTo>
                      <a:lnTo>
                        <a:pt x="354" y="255"/>
                      </a:lnTo>
                      <a:lnTo>
                        <a:pt x="414" y="255"/>
                      </a:lnTo>
                      <a:cubicBezTo>
                        <a:pt x="429" y="255"/>
                        <a:pt x="441" y="267"/>
                        <a:pt x="441" y="283"/>
                      </a:cubicBezTo>
                      <a:lnTo>
                        <a:pt x="441" y="315"/>
                      </a:lnTo>
                      <a:cubicBezTo>
                        <a:pt x="441" y="331"/>
                        <a:pt x="429" y="343"/>
                        <a:pt x="414" y="343"/>
                      </a:cubicBezTo>
                      <a:lnTo>
                        <a:pt x="354" y="343"/>
                      </a:lnTo>
                      <a:lnTo>
                        <a:pt x="354" y="480"/>
                      </a:lnTo>
                      <a:lnTo>
                        <a:pt x="637" y="480"/>
                      </a:lnTo>
                      <a:cubicBezTo>
                        <a:pt x="654" y="480"/>
                        <a:pt x="668" y="493"/>
                        <a:pt x="668" y="510"/>
                      </a:cubicBezTo>
                      <a:cubicBezTo>
                        <a:pt x="668" y="527"/>
                        <a:pt x="654" y="541"/>
                        <a:pt x="637" y="541"/>
                      </a:cubicBezTo>
                      <a:lnTo>
                        <a:pt x="323" y="541"/>
                      </a:lnTo>
                      <a:cubicBezTo>
                        <a:pt x="306" y="541"/>
                        <a:pt x="292" y="527"/>
                        <a:pt x="292" y="510"/>
                      </a:cubicBezTo>
                      <a:lnTo>
                        <a:pt x="292" y="343"/>
                      </a:lnTo>
                      <a:lnTo>
                        <a:pt x="245" y="343"/>
                      </a:lnTo>
                      <a:lnTo>
                        <a:pt x="245" y="804"/>
                      </a:lnTo>
                      <a:cubicBezTo>
                        <a:pt x="245" y="816"/>
                        <a:pt x="235" y="826"/>
                        <a:pt x="223" y="826"/>
                      </a:cubicBezTo>
                      <a:lnTo>
                        <a:pt x="173" y="826"/>
                      </a:lnTo>
                      <a:cubicBezTo>
                        <a:pt x="162" y="826"/>
                        <a:pt x="154" y="818"/>
                        <a:pt x="152" y="808"/>
                      </a:cubicBezTo>
                      <a:cubicBezTo>
                        <a:pt x="149" y="818"/>
                        <a:pt x="140" y="826"/>
                        <a:pt x="130" y="826"/>
                      </a:cubicBezTo>
                      <a:lnTo>
                        <a:pt x="80" y="826"/>
                      </a:lnTo>
                      <a:cubicBezTo>
                        <a:pt x="68" y="826"/>
                        <a:pt x="58" y="816"/>
                        <a:pt x="58" y="804"/>
                      </a:cubicBezTo>
                      <a:close/>
                      <a:moveTo>
                        <a:pt x="365" y="715"/>
                      </a:moveTo>
                      <a:cubicBezTo>
                        <a:pt x="365" y="677"/>
                        <a:pt x="396" y="647"/>
                        <a:pt x="434" y="647"/>
                      </a:cubicBezTo>
                      <a:cubicBezTo>
                        <a:pt x="472" y="647"/>
                        <a:pt x="502" y="677"/>
                        <a:pt x="502" y="715"/>
                      </a:cubicBezTo>
                      <a:cubicBezTo>
                        <a:pt x="502" y="753"/>
                        <a:pt x="472" y="784"/>
                        <a:pt x="434" y="784"/>
                      </a:cubicBezTo>
                      <a:cubicBezTo>
                        <a:pt x="396" y="784"/>
                        <a:pt x="365" y="753"/>
                        <a:pt x="365" y="715"/>
                      </a:cubicBezTo>
                      <a:close/>
                      <a:moveTo>
                        <a:pt x="617" y="715"/>
                      </a:moveTo>
                      <a:cubicBezTo>
                        <a:pt x="617" y="677"/>
                        <a:pt x="648" y="647"/>
                        <a:pt x="686" y="647"/>
                      </a:cubicBezTo>
                      <a:cubicBezTo>
                        <a:pt x="724" y="647"/>
                        <a:pt x="755" y="677"/>
                        <a:pt x="755" y="715"/>
                      </a:cubicBezTo>
                      <a:cubicBezTo>
                        <a:pt x="755" y="753"/>
                        <a:pt x="724" y="784"/>
                        <a:pt x="686" y="784"/>
                      </a:cubicBezTo>
                      <a:cubicBezTo>
                        <a:pt x="648" y="784"/>
                        <a:pt x="617" y="753"/>
                        <a:pt x="617" y="715"/>
                      </a:cubicBezTo>
                      <a:close/>
                      <a:moveTo>
                        <a:pt x="870" y="715"/>
                      </a:moveTo>
                      <a:cubicBezTo>
                        <a:pt x="870" y="677"/>
                        <a:pt x="901" y="647"/>
                        <a:pt x="939" y="647"/>
                      </a:cubicBezTo>
                      <a:cubicBezTo>
                        <a:pt x="977" y="647"/>
                        <a:pt x="1008" y="677"/>
                        <a:pt x="1008" y="715"/>
                      </a:cubicBezTo>
                      <a:cubicBezTo>
                        <a:pt x="1008" y="753"/>
                        <a:pt x="977" y="784"/>
                        <a:pt x="939" y="784"/>
                      </a:cubicBezTo>
                      <a:cubicBezTo>
                        <a:pt x="901" y="784"/>
                        <a:pt x="870" y="753"/>
                        <a:pt x="870" y="715"/>
                      </a:cubicBezTo>
                      <a:close/>
                      <a:moveTo>
                        <a:pt x="705" y="510"/>
                      </a:moveTo>
                      <a:cubicBezTo>
                        <a:pt x="705" y="493"/>
                        <a:pt x="719" y="480"/>
                        <a:pt x="735" y="480"/>
                      </a:cubicBezTo>
                      <a:lnTo>
                        <a:pt x="740" y="480"/>
                      </a:lnTo>
                      <a:cubicBezTo>
                        <a:pt x="757" y="480"/>
                        <a:pt x="771" y="493"/>
                        <a:pt x="771" y="510"/>
                      </a:cubicBezTo>
                      <a:cubicBezTo>
                        <a:pt x="771" y="527"/>
                        <a:pt x="757" y="541"/>
                        <a:pt x="740" y="541"/>
                      </a:cubicBezTo>
                      <a:lnTo>
                        <a:pt x="735" y="541"/>
                      </a:lnTo>
                      <a:cubicBezTo>
                        <a:pt x="719" y="541"/>
                        <a:pt x="705" y="527"/>
                        <a:pt x="705" y="510"/>
                      </a:cubicBezTo>
                      <a:close/>
                      <a:moveTo>
                        <a:pt x="81" y="154"/>
                      </a:moveTo>
                      <a:cubicBezTo>
                        <a:pt x="81" y="114"/>
                        <a:pt x="114" y="82"/>
                        <a:pt x="154" y="82"/>
                      </a:cubicBezTo>
                      <a:cubicBezTo>
                        <a:pt x="194" y="82"/>
                        <a:pt x="226" y="114"/>
                        <a:pt x="226" y="154"/>
                      </a:cubicBezTo>
                      <a:cubicBezTo>
                        <a:pt x="226" y="194"/>
                        <a:pt x="194" y="227"/>
                        <a:pt x="154" y="227"/>
                      </a:cubicBezTo>
                      <a:cubicBezTo>
                        <a:pt x="114" y="227"/>
                        <a:pt x="81" y="194"/>
                        <a:pt x="81" y="154"/>
                      </a:cubicBezTo>
                      <a:close/>
                    </a:path>
                  </a:pathLst>
                </a:custGeom>
                <a:solidFill>
                  <a:sysClr val="window" lastClr="FFFFFF"/>
                </a:solidFill>
                <a:ln>
                  <a:noFill/>
                </a:ln>
              </p:spPr>
              <p:txBody>
                <a:bodyPr vert="horz" wrap="square" lIns="68580" tIns="34290" rIns="68580" bIns="3429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4572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IN" sz="1350" b="0" i="0" u="none" strike="noStrike" kern="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</p:grpSp>
      <p:sp>
        <p:nvSpPr>
          <p:cNvPr id="333" name="Freeform 69">
            <a:extLst>
              <a:ext uri="{FF2B5EF4-FFF2-40B4-BE49-F238E27FC236}">
                <a16:creationId xmlns:a16="http://schemas.microsoft.com/office/drawing/2014/main" id="{8D12240B-3313-404D-998A-E0BB1FABCD7D}"/>
              </a:ext>
            </a:extLst>
          </p:cNvPr>
          <p:cNvSpPr/>
          <p:nvPr/>
        </p:nvSpPr>
        <p:spPr>
          <a:xfrm>
            <a:off x="6802971" y="1616402"/>
            <a:ext cx="217474" cy="108182"/>
          </a:xfrm>
          <a:custGeom>
            <a:avLst/>
            <a:gdLst>
              <a:gd name="connsiteX0" fmla="*/ 495427 w 1512362"/>
              <a:gd name="connsiteY0" fmla="*/ 0 h 752319"/>
              <a:gd name="connsiteX1" fmla="*/ 540537 w 1512362"/>
              <a:gd name="connsiteY1" fmla="*/ 0 h 752319"/>
              <a:gd name="connsiteX2" fmla="*/ 598202 w 1512362"/>
              <a:gd name="connsiteY2" fmla="*/ 179102 h 752319"/>
              <a:gd name="connsiteX3" fmla="*/ 670915 w 1512362"/>
              <a:gd name="connsiteY3" fmla="*/ 409355 h 752319"/>
              <a:gd name="connsiteX4" fmla="*/ 784898 w 1512362"/>
              <a:gd name="connsiteY4" fmla="*/ 409355 h 752319"/>
              <a:gd name="connsiteX5" fmla="*/ 912822 w 1512362"/>
              <a:gd name="connsiteY5" fmla="*/ 0 h 752319"/>
              <a:gd name="connsiteX6" fmla="*/ 1021935 w 1512362"/>
              <a:gd name="connsiteY6" fmla="*/ 0 h 752319"/>
              <a:gd name="connsiteX7" fmla="*/ 1494864 w 1512362"/>
              <a:gd name="connsiteY7" fmla="*/ 477929 h 752319"/>
              <a:gd name="connsiteX8" fmla="*/ 1512362 w 1512362"/>
              <a:gd name="connsiteY8" fmla="*/ 749819 h 752319"/>
              <a:gd name="connsiteX9" fmla="*/ 0 w 1512362"/>
              <a:gd name="connsiteY9" fmla="*/ 752319 h 752319"/>
              <a:gd name="connsiteX10" fmla="*/ 27497 w 1512362"/>
              <a:gd name="connsiteY10" fmla="*/ 467929 h 752319"/>
              <a:gd name="connsiteX11" fmla="*/ 495427 w 1512362"/>
              <a:gd name="connsiteY11" fmla="*/ 0 h 752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12362" h="752319">
                <a:moveTo>
                  <a:pt x="495427" y="0"/>
                </a:moveTo>
                <a:lnTo>
                  <a:pt x="540537" y="0"/>
                </a:lnTo>
                <a:lnTo>
                  <a:pt x="598202" y="179102"/>
                </a:lnTo>
                <a:lnTo>
                  <a:pt x="670915" y="409355"/>
                </a:lnTo>
                <a:lnTo>
                  <a:pt x="784898" y="409355"/>
                </a:lnTo>
                <a:lnTo>
                  <a:pt x="912822" y="0"/>
                </a:lnTo>
                <a:lnTo>
                  <a:pt x="1021935" y="0"/>
                </a:lnTo>
                <a:cubicBezTo>
                  <a:pt x="1280365" y="0"/>
                  <a:pt x="1494864" y="219498"/>
                  <a:pt x="1494864" y="477929"/>
                </a:cubicBezTo>
                <a:cubicBezTo>
                  <a:pt x="1504864" y="609388"/>
                  <a:pt x="1507363" y="633358"/>
                  <a:pt x="1512362" y="749819"/>
                </a:cubicBezTo>
                <a:lnTo>
                  <a:pt x="0" y="752319"/>
                </a:lnTo>
                <a:cubicBezTo>
                  <a:pt x="9999" y="645857"/>
                  <a:pt x="17498" y="569392"/>
                  <a:pt x="27497" y="467929"/>
                </a:cubicBezTo>
                <a:cubicBezTo>
                  <a:pt x="27497" y="209499"/>
                  <a:pt x="236997" y="0"/>
                  <a:pt x="495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4" name="Oval 333">
            <a:extLst>
              <a:ext uri="{FF2B5EF4-FFF2-40B4-BE49-F238E27FC236}">
                <a16:creationId xmlns:a16="http://schemas.microsoft.com/office/drawing/2014/main" id="{B994DEBB-7626-4FD9-92FF-4C3C1847728F}"/>
              </a:ext>
            </a:extLst>
          </p:cNvPr>
          <p:cNvSpPr/>
          <p:nvPr/>
        </p:nvSpPr>
        <p:spPr>
          <a:xfrm>
            <a:off x="6853017" y="1473864"/>
            <a:ext cx="112760" cy="12507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5" name="Freeform 73">
            <a:extLst>
              <a:ext uri="{FF2B5EF4-FFF2-40B4-BE49-F238E27FC236}">
                <a16:creationId xmlns:a16="http://schemas.microsoft.com/office/drawing/2014/main" id="{75DC0A31-467B-4947-98D2-E135F37A44C8}"/>
              </a:ext>
            </a:extLst>
          </p:cNvPr>
          <p:cNvSpPr/>
          <p:nvPr/>
        </p:nvSpPr>
        <p:spPr>
          <a:xfrm>
            <a:off x="6984187" y="1751546"/>
            <a:ext cx="217474" cy="108182"/>
          </a:xfrm>
          <a:custGeom>
            <a:avLst/>
            <a:gdLst>
              <a:gd name="connsiteX0" fmla="*/ 495427 w 1512362"/>
              <a:gd name="connsiteY0" fmla="*/ 0 h 752319"/>
              <a:gd name="connsiteX1" fmla="*/ 540537 w 1512362"/>
              <a:gd name="connsiteY1" fmla="*/ 0 h 752319"/>
              <a:gd name="connsiteX2" fmla="*/ 598202 w 1512362"/>
              <a:gd name="connsiteY2" fmla="*/ 179102 h 752319"/>
              <a:gd name="connsiteX3" fmla="*/ 670915 w 1512362"/>
              <a:gd name="connsiteY3" fmla="*/ 409355 h 752319"/>
              <a:gd name="connsiteX4" fmla="*/ 784898 w 1512362"/>
              <a:gd name="connsiteY4" fmla="*/ 409355 h 752319"/>
              <a:gd name="connsiteX5" fmla="*/ 912822 w 1512362"/>
              <a:gd name="connsiteY5" fmla="*/ 0 h 752319"/>
              <a:gd name="connsiteX6" fmla="*/ 1021935 w 1512362"/>
              <a:gd name="connsiteY6" fmla="*/ 0 h 752319"/>
              <a:gd name="connsiteX7" fmla="*/ 1494864 w 1512362"/>
              <a:gd name="connsiteY7" fmla="*/ 477929 h 752319"/>
              <a:gd name="connsiteX8" fmla="*/ 1512362 w 1512362"/>
              <a:gd name="connsiteY8" fmla="*/ 749819 h 752319"/>
              <a:gd name="connsiteX9" fmla="*/ 0 w 1512362"/>
              <a:gd name="connsiteY9" fmla="*/ 752319 h 752319"/>
              <a:gd name="connsiteX10" fmla="*/ 27497 w 1512362"/>
              <a:gd name="connsiteY10" fmla="*/ 467929 h 752319"/>
              <a:gd name="connsiteX11" fmla="*/ 495427 w 1512362"/>
              <a:gd name="connsiteY11" fmla="*/ 0 h 752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12362" h="752319">
                <a:moveTo>
                  <a:pt x="495427" y="0"/>
                </a:moveTo>
                <a:lnTo>
                  <a:pt x="540537" y="0"/>
                </a:lnTo>
                <a:lnTo>
                  <a:pt x="598202" y="179102"/>
                </a:lnTo>
                <a:lnTo>
                  <a:pt x="670915" y="409355"/>
                </a:lnTo>
                <a:lnTo>
                  <a:pt x="784898" y="409355"/>
                </a:lnTo>
                <a:lnTo>
                  <a:pt x="912822" y="0"/>
                </a:lnTo>
                <a:lnTo>
                  <a:pt x="1021935" y="0"/>
                </a:lnTo>
                <a:cubicBezTo>
                  <a:pt x="1280365" y="0"/>
                  <a:pt x="1494864" y="219498"/>
                  <a:pt x="1494864" y="477929"/>
                </a:cubicBezTo>
                <a:cubicBezTo>
                  <a:pt x="1504864" y="609388"/>
                  <a:pt x="1507363" y="633358"/>
                  <a:pt x="1512362" y="749819"/>
                </a:cubicBezTo>
                <a:lnTo>
                  <a:pt x="0" y="752319"/>
                </a:lnTo>
                <a:cubicBezTo>
                  <a:pt x="9999" y="645857"/>
                  <a:pt x="17498" y="569392"/>
                  <a:pt x="27497" y="467929"/>
                </a:cubicBezTo>
                <a:cubicBezTo>
                  <a:pt x="27497" y="209499"/>
                  <a:pt x="236997" y="0"/>
                  <a:pt x="495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6" name="Freeform 77">
            <a:extLst>
              <a:ext uri="{FF2B5EF4-FFF2-40B4-BE49-F238E27FC236}">
                <a16:creationId xmlns:a16="http://schemas.microsoft.com/office/drawing/2014/main" id="{7FEE0CB2-0678-46AC-8C98-697CC038C268}"/>
              </a:ext>
            </a:extLst>
          </p:cNvPr>
          <p:cNvSpPr/>
          <p:nvPr/>
        </p:nvSpPr>
        <p:spPr>
          <a:xfrm>
            <a:off x="7160780" y="1621183"/>
            <a:ext cx="217474" cy="108182"/>
          </a:xfrm>
          <a:custGeom>
            <a:avLst/>
            <a:gdLst>
              <a:gd name="connsiteX0" fmla="*/ 495427 w 1512362"/>
              <a:gd name="connsiteY0" fmla="*/ 0 h 752319"/>
              <a:gd name="connsiteX1" fmla="*/ 540537 w 1512362"/>
              <a:gd name="connsiteY1" fmla="*/ 0 h 752319"/>
              <a:gd name="connsiteX2" fmla="*/ 598202 w 1512362"/>
              <a:gd name="connsiteY2" fmla="*/ 179102 h 752319"/>
              <a:gd name="connsiteX3" fmla="*/ 670915 w 1512362"/>
              <a:gd name="connsiteY3" fmla="*/ 409355 h 752319"/>
              <a:gd name="connsiteX4" fmla="*/ 784898 w 1512362"/>
              <a:gd name="connsiteY4" fmla="*/ 409355 h 752319"/>
              <a:gd name="connsiteX5" fmla="*/ 912822 w 1512362"/>
              <a:gd name="connsiteY5" fmla="*/ 0 h 752319"/>
              <a:gd name="connsiteX6" fmla="*/ 1021935 w 1512362"/>
              <a:gd name="connsiteY6" fmla="*/ 0 h 752319"/>
              <a:gd name="connsiteX7" fmla="*/ 1494864 w 1512362"/>
              <a:gd name="connsiteY7" fmla="*/ 477929 h 752319"/>
              <a:gd name="connsiteX8" fmla="*/ 1512362 w 1512362"/>
              <a:gd name="connsiteY8" fmla="*/ 749819 h 752319"/>
              <a:gd name="connsiteX9" fmla="*/ 0 w 1512362"/>
              <a:gd name="connsiteY9" fmla="*/ 752319 h 752319"/>
              <a:gd name="connsiteX10" fmla="*/ 27497 w 1512362"/>
              <a:gd name="connsiteY10" fmla="*/ 467929 h 752319"/>
              <a:gd name="connsiteX11" fmla="*/ 495427 w 1512362"/>
              <a:gd name="connsiteY11" fmla="*/ 0 h 752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512362" h="752319">
                <a:moveTo>
                  <a:pt x="495427" y="0"/>
                </a:moveTo>
                <a:lnTo>
                  <a:pt x="540537" y="0"/>
                </a:lnTo>
                <a:lnTo>
                  <a:pt x="598202" y="179102"/>
                </a:lnTo>
                <a:lnTo>
                  <a:pt x="670915" y="409355"/>
                </a:lnTo>
                <a:lnTo>
                  <a:pt x="784898" y="409355"/>
                </a:lnTo>
                <a:lnTo>
                  <a:pt x="912822" y="0"/>
                </a:lnTo>
                <a:lnTo>
                  <a:pt x="1021935" y="0"/>
                </a:lnTo>
                <a:cubicBezTo>
                  <a:pt x="1280365" y="0"/>
                  <a:pt x="1494864" y="219498"/>
                  <a:pt x="1494864" y="477929"/>
                </a:cubicBezTo>
                <a:cubicBezTo>
                  <a:pt x="1504864" y="609388"/>
                  <a:pt x="1507363" y="633358"/>
                  <a:pt x="1512362" y="749819"/>
                </a:cubicBezTo>
                <a:lnTo>
                  <a:pt x="0" y="752319"/>
                </a:lnTo>
                <a:cubicBezTo>
                  <a:pt x="9999" y="645857"/>
                  <a:pt x="17498" y="569392"/>
                  <a:pt x="27497" y="467929"/>
                </a:cubicBezTo>
                <a:cubicBezTo>
                  <a:pt x="27497" y="209499"/>
                  <a:pt x="236997" y="0"/>
                  <a:pt x="49542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7" name="Oval 336">
            <a:extLst>
              <a:ext uri="{FF2B5EF4-FFF2-40B4-BE49-F238E27FC236}">
                <a16:creationId xmlns:a16="http://schemas.microsoft.com/office/drawing/2014/main" id="{B53839D5-49FE-4F1A-9B88-83637A5419EE}"/>
              </a:ext>
            </a:extLst>
          </p:cNvPr>
          <p:cNvSpPr/>
          <p:nvPr/>
        </p:nvSpPr>
        <p:spPr>
          <a:xfrm>
            <a:off x="7210826" y="1478645"/>
            <a:ext cx="112760" cy="12507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8" name="Down Arrow 3">
            <a:extLst>
              <a:ext uri="{FF2B5EF4-FFF2-40B4-BE49-F238E27FC236}">
                <a16:creationId xmlns:a16="http://schemas.microsoft.com/office/drawing/2014/main" id="{83D53088-E77A-472A-8699-54D390936BC7}"/>
              </a:ext>
            </a:extLst>
          </p:cNvPr>
          <p:cNvSpPr/>
          <p:nvPr/>
        </p:nvSpPr>
        <p:spPr>
          <a:xfrm>
            <a:off x="7045224" y="1384484"/>
            <a:ext cx="90394" cy="166145"/>
          </a:xfrm>
          <a:prstGeom prst="downArrow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339" name="Oval 338">
            <a:extLst>
              <a:ext uri="{FF2B5EF4-FFF2-40B4-BE49-F238E27FC236}">
                <a16:creationId xmlns:a16="http://schemas.microsoft.com/office/drawing/2014/main" id="{667CBA53-FA83-42F0-8DA1-15167A43F889}"/>
              </a:ext>
            </a:extLst>
          </p:cNvPr>
          <p:cNvSpPr/>
          <p:nvPr/>
        </p:nvSpPr>
        <p:spPr>
          <a:xfrm>
            <a:off x="7035183" y="1612723"/>
            <a:ext cx="112760" cy="125074"/>
          </a:xfrm>
          <a:prstGeom prst="ellipse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/>
              <a:ea typeface="+mn-ea"/>
              <a:cs typeface="+mn-cs"/>
            </a:endParaRP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0626164B-1CDE-41DC-8654-F089CF2E72AB}"/>
              </a:ext>
            </a:extLst>
          </p:cNvPr>
          <p:cNvSpPr txBox="1"/>
          <p:nvPr/>
        </p:nvSpPr>
        <p:spPr>
          <a:xfrm>
            <a:off x="7541610" y="4220184"/>
            <a:ext cx="324240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181717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Backup Archival Restore (BAR)</a:t>
            </a:r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EFDA428D-8E69-48D4-B365-80A9FB449A4A}"/>
              </a:ext>
            </a:extLst>
          </p:cNvPr>
          <p:cNvSpPr/>
          <p:nvPr/>
        </p:nvSpPr>
        <p:spPr>
          <a:xfrm>
            <a:off x="7609564" y="4632259"/>
            <a:ext cx="3412925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indent="-171450" defTabSz="68580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BAR Administration</a:t>
            </a:r>
            <a:r>
              <a:rPr lang="en-US" sz="1200" kern="0">
                <a:solidFill>
                  <a:srgbClr val="0070C0"/>
                </a:solidFill>
                <a:latin typeface="Arial" panose="020B0604020202020204"/>
                <a:cs typeface="Arial" panose="020B0604020202020204" pitchFamily="34" charset="0"/>
              </a:rPr>
              <a:t> </a:t>
            </a: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support</a:t>
            </a:r>
          </a:p>
          <a:p>
            <a:pPr marL="171450" indent="-171450" defTabSz="685800">
              <a:buFont typeface="Arial" panose="020B0604020202020204" pitchFamily="34" charset="0"/>
              <a:buChar char="•"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Custom BAR support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7EB60A-D104-7CCC-1086-6BBDB1F23819}"/>
              </a:ext>
            </a:extLst>
          </p:cNvPr>
          <p:cNvSpPr txBox="1"/>
          <p:nvPr/>
        </p:nvSpPr>
        <p:spPr>
          <a:xfrm>
            <a:off x="762979" y="2444300"/>
            <a:ext cx="2521111" cy="338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Disaster Recovery (DR)</a:t>
            </a:r>
            <a:endParaRPr kumimoji="0" lang="en-IN" sz="1600" b="1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323DBD-0377-E039-F4D6-01A6217E7B2F}"/>
              </a:ext>
            </a:extLst>
          </p:cNvPr>
          <p:cNvSpPr/>
          <p:nvPr/>
        </p:nvSpPr>
        <p:spPr>
          <a:xfrm>
            <a:off x="794682" y="2870158"/>
            <a:ext cx="2824361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71450" marR="0" lvl="0" indent="-17145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Business Continuity Manager Operations support</a:t>
            </a:r>
          </a:p>
          <a:p>
            <a:pPr marL="171450" marR="0" lvl="0" indent="-17145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1200" kern="0">
                <a:solidFill>
                  <a:srgbClr val="0070C0"/>
                </a:solidFill>
                <a:latin typeface="Arial" panose="020B0604020202020204"/>
                <a:cs typeface="Arial" panose="020B0604020202020204" pitchFamily="34" charset="0"/>
              </a:rPr>
              <a:t>Data Mover Operational support</a:t>
            </a:r>
          </a:p>
          <a:p>
            <a:pPr marL="171450" marR="0" lvl="0" indent="-171450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70C0"/>
                </a:solidFill>
                <a:effectLst/>
                <a:uLnTx/>
                <a:uFillTx/>
                <a:latin typeface="Arial" panose="020B0604020202020204"/>
                <a:ea typeface="+mn-ea"/>
                <a:cs typeface="Arial" panose="020B0604020202020204" pitchFamily="34" charset="0"/>
              </a:rPr>
              <a:t>Snapshot DR support</a:t>
            </a:r>
          </a:p>
          <a:p>
            <a:pPr marL="0" marR="0" lvl="0" indent="0" algn="r" defTabSz="6858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Arial" panose="020B0604020202020204"/>
              <a:ea typeface="+mn-ea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E9C1E3-85B2-9E5A-BE26-15A495DFD89A}"/>
              </a:ext>
            </a:extLst>
          </p:cNvPr>
          <p:cNvSpPr txBox="1"/>
          <p:nvPr/>
        </p:nvSpPr>
        <p:spPr>
          <a:xfrm>
            <a:off x="3169900" y="5832889"/>
            <a:ext cx="5576749" cy="24622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Offers apply to VantageCore,</a:t>
            </a:r>
            <a:r>
              <a:rPr lang="en-US" sz="1000" b="1">
                <a:solidFill>
                  <a:schemeClr val="tx2"/>
                </a:solidFill>
                <a:latin typeface="Arial"/>
              </a:rPr>
              <a:t> </a:t>
            </a:r>
            <a:r>
              <a:rPr kumimoji="0" lang="en-US" sz="1000" b="1" i="0" u="none" strike="noStrike" kern="120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VantageCloud Enterprise, VantageCloud Lake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71183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297432-D642-2A1F-E0D2-392B2B2C4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85F5B2-48F7-4F18-A961-C29AAE44EB58}" type="slidenum">
              <a:rPr lang="en-US" smtClean="0"/>
              <a:t>25</a:t>
            </a:fld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D1D738F-AD4E-8723-9685-E478C8FFA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30202"/>
            <a:ext cx="11277600" cy="482048"/>
          </a:xfrm>
        </p:spPr>
        <p:txBody>
          <a:bodyPr/>
          <a:lstStyle/>
          <a:p>
            <a:r>
              <a:rPr lang="en-US" dirty="0"/>
              <a:t>Managed Services Administrative &amp; Operational Hierarchy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7540CF5A-23C2-9EFE-4391-4C3E48849595}"/>
              </a:ext>
            </a:extLst>
          </p:cNvPr>
          <p:cNvGrpSpPr/>
          <p:nvPr/>
        </p:nvGrpSpPr>
        <p:grpSpPr>
          <a:xfrm>
            <a:off x="547076" y="1149445"/>
            <a:ext cx="1861369" cy="5080091"/>
            <a:chOff x="292634" y="1290230"/>
            <a:chExt cx="1861369" cy="5080091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935FA1DE-DCAE-D120-FA67-C57C9AE1A446}"/>
                </a:ext>
              </a:extLst>
            </p:cNvPr>
            <p:cNvSpPr/>
            <p:nvPr/>
          </p:nvSpPr>
          <p:spPr>
            <a:xfrm>
              <a:off x="304176" y="1290230"/>
              <a:ext cx="1849827" cy="5080090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A1B04C66-27B0-B249-7B65-3C8BC9DC47B5}"/>
                </a:ext>
              </a:extLst>
            </p:cNvPr>
            <p:cNvGrpSpPr/>
            <p:nvPr/>
          </p:nvGrpSpPr>
          <p:grpSpPr>
            <a:xfrm>
              <a:off x="292634" y="1403295"/>
              <a:ext cx="1834430" cy="4967026"/>
              <a:chOff x="169504" y="1455315"/>
              <a:chExt cx="1834430" cy="4967026"/>
            </a:xfrm>
          </p:grpSpPr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97F32469-54E3-88A4-5F6D-5CBFA1D785E4}"/>
                  </a:ext>
                </a:extLst>
              </p:cNvPr>
              <p:cNvGrpSpPr/>
              <p:nvPr/>
            </p:nvGrpSpPr>
            <p:grpSpPr>
              <a:xfrm>
                <a:off x="465691" y="1455315"/>
                <a:ext cx="1538243" cy="1489679"/>
                <a:chOff x="465691" y="1308175"/>
                <a:chExt cx="1932069" cy="1871072"/>
              </a:xfrm>
            </p:grpSpPr>
            <p:sp>
              <p:nvSpPr>
                <p:cNvPr id="25" name="Content Placeholder 1">
                  <a:extLst>
                    <a:ext uri="{FF2B5EF4-FFF2-40B4-BE49-F238E27FC236}">
                      <a16:creationId xmlns:a16="http://schemas.microsoft.com/office/drawing/2014/main" id="{18058E12-929D-42D5-0E24-19AE1E1BD3BA}"/>
                    </a:ext>
                  </a:extLst>
                </p:cNvPr>
                <p:cNvSpPr txBox="1">
                  <a:spLocks/>
                </p:cNvSpPr>
                <p:nvPr/>
              </p:nvSpPr>
              <p:spPr bwMode="gray">
                <a:xfrm>
                  <a:off x="465691" y="1308175"/>
                  <a:ext cx="1932069" cy="292026"/>
                </a:xfrm>
                <a:prstGeom prst="rect">
                  <a:avLst/>
                </a:prstGeom>
              </p:spPr>
              <p:txBody>
                <a:bodyPr vert="horz" lIns="0" tIns="0" rIns="0" bIns="0" rtlCol="0" anchor="ctr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•"/>
                    <a:defRPr sz="1800" b="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15938" indent="-230188" algn="l" defTabSz="914400" rtl="0" eaLnBrk="1" latinLnBrk="0" hangingPunct="1">
                    <a:lnSpc>
                      <a:spcPct val="8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–"/>
                    <a:defRPr sz="16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42950" indent="-227013" algn="l" defTabSz="914400" rtl="0" eaLnBrk="1" latinLnBrk="0" hangingPunct="1">
                    <a:lnSpc>
                      <a:spcPct val="8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-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0" indent="0" algn="l" defTabSz="914400" rtl="0" eaLnBrk="1" latinLnBrk="0" hangingPunct="1">
                    <a:lnSpc>
                      <a:spcPct val="95000"/>
                    </a:lnSpc>
                    <a:spcBef>
                      <a:spcPts val="12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​"/>
                    <a:defRPr sz="1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28600" indent="-228600" algn="l" defTabSz="914400" rtl="0" eaLnBrk="1" latinLnBrk="0" hangingPunct="1">
                    <a:lnSpc>
                      <a:spcPct val="9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+mj-lt"/>
                    <a:buAutoNum type="arabicPeriod"/>
                    <a:defRPr sz="1800" b="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0" indent="0" algn="l" defTabSz="914400" rtl="0" eaLnBrk="1" latinLnBrk="0" hangingPunct="1">
                    <a:lnSpc>
                      <a:spcPct val="9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900" b="0" kern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400" dirty="0">
                      <a:solidFill>
                        <a:srgbClr val="384851"/>
                      </a:solidFill>
                    </a:rPr>
                    <a:t>Team Member 1</a:t>
                  </a:r>
                </a:p>
              </p:txBody>
            </p:sp>
            <p:grpSp>
              <p:nvGrpSpPr>
                <p:cNvPr id="26" name="Group 25">
                  <a:extLst>
                    <a:ext uri="{FF2B5EF4-FFF2-40B4-BE49-F238E27FC236}">
                      <a16:creationId xmlns:a16="http://schemas.microsoft.com/office/drawing/2014/main" id="{5504DDBC-D3A7-BF73-7EA4-CCCAE3396254}"/>
                    </a:ext>
                  </a:extLst>
                </p:cNvPr>
                <p:cNvGrpSpPr/>
                <p:nvPr/>
              </p:nvGrpSpPr>
              <p:grpSpPr>
                <a:xfrm>
                  <a:off x="700316" y="1716430"/>
                  <a:ext cx="1462817" cy="1462817"/>
                  <a:chOff x="1347186" y="3083671"/>
                  <a:chExt cx="1462817" cy="1462817"/>
                </a:xfrm>
              </p:grpSpPr>
              <p:sp>
                <p:nvSpPr>
                  <p:cNvPr id="27" name="Oval 26">
                    <a:extLst>
                      <a:ext uri="{FF2B5EF4-FFF2-40B4-BE49-F238E27FC236}">
                        <a16:creationId xmlns:a16="http://schemas.microsoft.com/office/drawing/2014/main" id="{55D48DAE-66E4-6AE9-977E-24AA3F30C63B}"/>
                      </a:ext>
                    </a:extLst>
                  </p:cNvPr>
                  <p:cNvSpPr/>
                  <p:nvPr/>
                </p:nvSpPr>
                <p:spPr>
                  <a:xfrm>
                    <a:off x="1347186" y="3083671"/>
                    <a:ext cx="1462817" cy="1462817"/>
                  </a:xfrm>
                  <a:prstGeom prst="ellipse">
                    <a:avLst/>
                  </a:prstGeom>
                  <a:noFill/>
                  <a:ln w="104775">
                    <a:solidFill>
                      <a:srgbClr val="38485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8" name="Group 27">
                    <a:extLst>
                      <a:ext uri="{FF2B5EF4-FFF2-40B4-BE49-F238E27FC236}">
                        <a16:creationId xmlns:a16="http://schemas.microsoft.com/office/drawing/2014/main" id="{66251540-902E-D028-DD3D-D77558415B79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544474" y="3206687"/>
                    <a:ext cx="1068242" cy="1068242"/>
                    <a:chOff x="4911090" y="3259074"/>
                    <a:chExt cx="259080" cy="259080"/>
                  </a:xfrm>
                  <a:solidFill>
                    <a:srgbClr val="394951"/>
                  </a:solidFill>
                </p:grpSpPr>
                <p:sp>
                  <p:nvSpPr>
                    <p:cNvPr id="29" name="Freeform 18">
                      <a:extLst>
                        <a:ext uri="{FF2B5EF4-FFF2-40B4-BE49-F238E27FC236}">
                          <a16:creationId xmlns:a16="http://schemas.microsoft.com/office/drawing/2014/main" id="{F388A9CB-087B-9355-03B2-DA5989E5779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2050" y="3259074"/>
                      <a:ext cx="137160" cy="137160"/>
                    </a:xfrm>
                    <a:custGeom>
                      <a:avLst/>
                      <a:gdLst>
                        <a:gd name="connsiteX0" fmla="*/ 72390 w 137160"/>
                        <a:gd name="connsiteY0" fmla="*/ 133350 h 137160"/>
                        <a:gd name="connsiteX1" fmla="*/ 133350 w 137160"/>
                        <a:gd name="connsiteY1" fmla="*/ 72390 h 137160"/>
                        <a:gd name="connsiteX2" fmla="*/ 72390 w 137160"/>
                        <a:gd name="connsiteY2" fmla="*/ 11430 h 137160"/>
                        <a:gd name="connsiteX3" fmla="*/ 11430 w 137160"/>
                        <a:gd name="connsiteY3" fmla="*/ 72390 h 137160"/>
                        <a:gd name="connsiteX4" fmla="*/ 72390 w 137160"/>
                        <a:gd name="connsiteY4" fmla="*/ 133350 h 137160"/>
                        <a:gd name="connsiteX5" fmla="*/ 72390 w 137160"/>
                        <a:gd name="connsiteY5" fmla="*/ 41910 h 137160"/>
                        <a:gd name="connsiteX6" fmla="*/ 102870 w 137160"/>
                        <a:gd name="connsiteY6" fmla="*/ 72390 h 137160"/>
                        <a:gd name="connsiteX7" fmla="*/ 72390 w 137160"/>
                        <a:gd name="connsiteY7" fmla="*/ 102870 h 137160"/>
                        <a:gd name="connsiteX8" fmla="*/ 41910 w 137160"/>
                        <a:gd name="connsiteY8" fmla="*/ 72390 h 137160"/>
                        <a:gd name="connsiteX9" fmla="*/ 72390 w 137160"/>
                        <a:gd name="connsiteY9" fmla="*/ 41910 h 137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37160" h="137160">
                          <a:moveTo>
                            <a:pt x="72390" y="133350"/>
                          </a:moveTo>
                          <a:cubicBezTo>
                            <a:pt x="105918" y="133350"/>
                            <a:pt x="133350" y="105918"/>
                            <a:pt x="133350" y="72390"/>
                          </a:cubicBezTo>
                          <a:cubicBezTo>
                            <a:pt x="133350" y="38862"/>
                            <a:pt x="105918" y="11430"/>
                            <a:pt x="72390" y="11430"/>
                          </a:cubicBezTo>
                          <a:cubicBezTo>
                            <a:pt x="38862" y="11430"/>
                            <a:pt x="11430" y="38862"/>
                            <a:pt x="11430" y="72390"/>
                          </a:cubicBezTo>
                          <a:cubicBezTo>
                            <a:pt x="11430" y="105918"/>
                            <a:pt x="38862" y="133350"/>
                            <a:pt x="72390" y="133350"/>
                          </a:cubicBezTo>
                          <a:close/>
                          <a:moveTo>
                            <a:pt x="72390" y="41910"/>
                          </a:moveTo>
                          <a:cubicBezTo>
                            <a:pt x="89154" y="41910"/>
                            <a:pt x="102870" y="55626"/>
                            <a:pt x="102870" y="72390"/>
                          </a:cubicBezTo>
                          <a:cubicBezTo>
                            <a:pt x="102870" y="89154"/>
                            <a:pt x="89154" y="102870"/>
                            <a:pt x="72390" y="102870"/>
                          </a:cubicBezTo>
                          <a:cubicBezTo>
                            <a:pt x="55626" y="102870"/>
                            <a:pt x="41910" y="89154"/>
                            <a:pt x="41910" y="72390"/>
                          </a:cubicBezTo>
                          <a:cubicBezTo>
                            <a:pt x="41910" y="55626"/>
                            <a:pt x="55626" y="41910"/>
                            <a:pt x="72390" y="4191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  <p:sp>
                  <p:nvSpPr>
                    <p:cNvPr id="30" name="Freeform 19">
                      <a:extLst>
                        <a:ext uri="{FF2B5EF4-FFF2-40B4-BE49-F238E27FC236}">
                          <a16:creationId xmlns:a16="http://schemas.microsoft.com/office/drawing/2014/main" id="{159B634C-3B82-049D-DF15-4B8F49619B0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1090" y="3396234"/>
                      <a:ext cx="259080" cy="121920"/>
                    </a:xfrm>
                    <a:custGeom>
                      <a:avLst/>
                      <a:gdLst>
                        <a:gd name="connsiteX0" fmla="*/ 133350 w 259080"/>
                        <a:gd name="connsiteY0" fmla="*/ 11430 h 121920"/>
                        <a:gd name="connsiteX1" fmla="*/ 11430 w 259080"/>
                        <a:gd name="connsiteY1" fmla="*/ 102870 h 121920"/>
                        <a:gd name="connsiteX2" fmla="*/ 11430 w 259080"/>
                        <a:gd name="connsiteY2" fmla="*/ 118110 h 121920"/>
                        <a:gd name="connsiteX3" fmla="*/ 255270 w 259080"/>
                        <a:gd name="connsiteY3" fmla="*/ 118110 h 121920"/>
                        <a:gd name="connsiteX4" fmla="*/ 255270 w 259080"/>
                        <a:gd name="connsiteY4" fmla="*/ 102870 h 121920"/>
                        <a:gd name="connsiteX5" fmla="*/ 133350 w 259080"/>
                        <a:gd name="connsiteY5" fmla="*/ 11430 h 121920"/>
                        <a:gd name="connsiteX6" fmla="*/ 44958 w 259080"/>
                        <a:gd name="connsiteY6" fmla="*/ 87630 h 121920"/>
                        <a:gd name="connsiteX7" fmla="*/ 133350 w 259080"/>
                        <a:gd name="connsiteY7" fmla="*/ 41910 h 121920"/>
                        <a:gd name="connsiteX8" fmla="*/ 221742 w 259080"/>
                        <a:gd name="connsiteY8" fmla="*/ 87630 h 121920"/>
                        <a:gd name="connsiteX9" fmla="*/ 44958 w 259080"/>
                        <a:gd name="connsiteY9" fmla="*/ 87630 h 121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59080" h="121920">
                          <a:moveTo>
                            <a:pt x="133350" y="11430"/>
                          </a:moveTo>
                          <a:cubicBezTo>
                            <a:pt x="61722" y="11430"/>
                            <a:pt x="11430" y="49530"/>
                            <a:pt x="11430" y="102870"/>
                          </a:cubicBezTo>
                          <a:lnTo>
                            <a:pt x="11430" y="118110"/>
                          </a:lnTo>
                          <a:lnTo>
                            <a:pt x="255270" y="118110"/>
                          </a:lnTo>
                          <a:lnTo>
                            <a:pt x="255270" y="102870"/>
                          </a:lnTo>
                          <a:cubicBezTo>
                            <a:pt x="255270" y="49530"/>
                            <a:pt x="204978" y="11430"/>
                            <a:pt x="133350" y="11430"/>
                          </a:cubicBezTo>
                          <a:close/>
                          <a:moveTo>
                            <a:pt x="44958" y="87630"/>
                          </a:moveTo>
                          <a:cubicBezTo>
                            <a:pt x="54102" y="60198"/>
                            <a:pt x="87630" y="41910"/>
                            <a:pt x="133350" y="41910"/>
                          </a:cubicBezTo>
                          <a:cubicBezTo>
                            <a:pt x="179070" y="41910"/>
                            <a:pt x="212598" y="60198"/>
                            <a:pt x="221742" y="87630"/>
                          </a:cubicBezTo>
                          <a:lnTo>
                            <a:pt x="44958" y="876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82647031-B57F-A608-CC17-3B398091553B}"/>
                  </a:ext>
                </a:extLst>
              </p:cNvPr>
              <p:cNvGrpSpPr/>
              <p:nvPr/>
            </p:nvGrpSpPr>
            <p:grpSpPr>
              <a:xfrm>
                <a:off x="431290" y="3097394"/>
                <a:ext cx="1538243" cy="1489679"/>
                <a:chOff x="465691" y="1308175"/>
                <a:chExt cx="1932069" cy="1871072"/>
              </a:xfrm>
            </p:grpSpPr>
            <p:sp>
              <p:nvSpPr>
                <p:cNvPr id="19" name="Content Placeholder 1">
                  <a:extLst>
                    <a:ext uri="{FF2B5EF4-FFF2-40B4-BE49-F238E27FC236}">
                      <a16:creationId xmlns:a16="http://schemas.microsoft.com/office/drawing/2014/main" id="{2449FAFC-CE0C-B838-076D-8AFEE4907B07}"/>
                    </a:ext>
                  </a:extLst>
                </p:cNvPr>
                <p:cNvSpPr txBox="1">
                  <a:spLocks/>
                </p:cNvSpPr>
                <p:nvPr/>
              </p:nvSpPr>
              <p:spPr bwMode="gray">
                <a:xfrm>
                  <a:off x="465691" y="1308175"/>
                  <a:ext cx="1932069" cy="292026"/>
                </a:xfrm>
                <a:prstGeom prst="rect">
                  <a:avLst/>
                </a:prstGeom>
              </p:spPr>
              <p:txBody>
                <a:bodyPr vert="horz" lIns="0" tIns="0" rIns="0" bIns="0" rtlCol="0" anchor="ctr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•"/>
                    <a:defRPr sz="1800" b="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15938" indent="-230188" algn="l" defTabSz="914400" rtl="0" eaLnBrk="1" latinLnBrk="0" hangingPunct="1">
                    <a:lnSpc>
                      <a:spcPct val="8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–"/>
                    <a:defRPr sz="16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42950" indent="-227013" algn="l" defTabSz="914400" rtl="0" eaLnBrk="1" latinLnBrk="0" hangingPunct="1">
                    <a:lnSpc>
                      <a:spcPct val="8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-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0" indent="0" algn="l" defTabSz="914400" rtl="0" eaLnBrk="1" latinLnBrk="0" hangingPunct="1">
                    <a:lnSpc>
                      <a:spcPct val="95000"/>
                    </a:lnSpc>
                    <a:spcBef>
                      <a:spcPts val="12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​"/>
                    <a:defRPr sz="1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28600" indent="-228600" algn="l" defTabSz="914400" rtl="0" eaLnBrk="1" latinLnBrk="0" hangingPunct="1">
                    <a:lnSpc>
                      <a:spcPct val="9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+mj-lt"/>
                    <a:buAutoNum type="arabicPeriod"/>
                    <a:defRPr sz="1800" b="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0" indent="0" algn="l" defTabSz="914400" rtl="0" eaLnBrk="1" latinLnBrk="0" hangingPunct="1">
                    <a:lnSpc>
                      <a:spcPct val="9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900" b="0" kern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400" dirty="0">
                      <a:solidFill>
                        <a:srgbClr val="384851"/>
                      </a:solidFill>
                    </a:rPr>
                    <a:t>Team Member 2</a:t>
                  </a:r>
                </a:p>
              </p:txBody>
            </p:sp>
            <p:grpSp>
              <p:nvGrpSpPr>
                <p:cNvPr id="20" name="Group 19">
                  <a:extLst>
                    <a:ext uri="{FF2B5EF4-FFF2-40B4-BE49-F238E27FC236}">
                      <a16:creationId xmlns:a16="http://schemas.microsoft.com/office/drawing/2014/main" id="{AD0BAC82-D286-314A-77A9-0EF293278783}"/>
                    </a:ext>
                  </a:extLst>
                </p:cNvPr>
                <p:cNvGrpSpPr/>
                <p:nvPr/>
              </p:nvGrpSpPr>
              <p:grpSpPr>
                <a:xfrm>
                  <a:off x="700316" y="1716430"/>
                  <a:ext cx="1462817" cy="1462817"/>
                  <a:chOff x="1347186" y="3083671"/>
                  <a:chExt cx="1462817" cy="1462817"/>
                </a:xfrm>
              </p:grpSpPr>
              <p:sp>
                <p:nvSpPr>
                  <p:cNvPr id="21" name="Oval 20">
                    <a:extLst>
                      <a:ext uri="{FF2B5EF4-FFF2-40B4-BE49-F238E27FC236}">
                        <a16:creationId xmlns:a16="http://schemas.microsoft.com/office/drawing/2014/main" id="{FBEE8BCC-A5C9-52FD-ED93-5B077CFFAB8F}"/>
                      </a:ext>
                    </a:extLst>
                  </p:cNvPr>
                  <p:cNvSpPr/>
                  <p:nvPr/>
                </p:nvSpPr>
                <p:spPr>
                  <a:xfrm>
                    <a:off x="1347186" y="3083671"/>
                    <a:ext cx="1462817" cy="1462817"/>
                  </a:xfrm>
                  <a:prstGeom prst="ellipse">
                    <a:avLst/>
                  </a:prstGeom>
                  <a:noFill/>
                  <a:ln w="104775">
                    <a:solidFill>
                      <a:srgbClr val="38485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22" name="Group 21">
                    <a:extLst>
                      <a:ext uri="{FF2B5EF4-FFF2-40B4-BE49-F238E27FC236}">
                        <a16:creationId xmlns:a16="http://schemas.microsoft.com/office/drawing/2014/main" id="{5880E817-8492-4C38-9ABF-072CB2195225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544474" y="3206687"/>
                    <a:ext cx="1068242" cy="1068242"/>
                    <a:chOff x="4911090" y="3259074"/>
                    <a:chExt cx="259080" cy="259080"/>
                  </a:xfrm>
                  <a:solidFill>
                    <a:srgbClr val="394951"/>
                  </a:solidFill>
                </p:grpSpPr>
                <p:sp>
                  <p:nvSpPr>
                    <p:cNvPr id="23" name="Freeform 18">
                      <a:extLst>
                        <a:ext uri="{FF2B5EF4-FFF2-40B4-BE49-F238E27FC236}">
                          <a16:creationId xmlns:a16="http://schemas.microsoft.com/office/drawing/2014/main" id="{B538EA45-EDBA-377B-5C3C-6E086E90672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2050" y="3259074"/>
                      <a:ext cx="137160" cy="137160"/>
                    </a:xfrm>
                    <a:custGeom>
                      <a:avLst/>
                      <a:gdLst>
                        <a:gd name="connsiteX0" fmla="*/ 72390 w 137160"/>
                        <a:gd name="connsiteY0" fmla="*/ 133350 h 137160"/>
                        <a:gd name="connsiteX1" fmla="*/ 133350 w 137160"/>
                        <a:gd name="connsiteY1" fmla="*/ 72390 h 137160"/>
                        <a:gd name="connsiteX2" fmla="*/ 72390 w 137160"/>
                        <a:gd name="connsiteY2" fmla="*/ 11430 h 137160"/>
                        <a:gd name="connsiteX3" fmla="*/ 11430 w 137160"/>
                        <a:gd name="connsiteY3" fmla="*/ 72390 h 137160"/>
                        <a:gd name="connsiteX4" fmla="*/ 72390 w 137160"/>
                        <a:gd name="connsiteY4" fmla="*/ 133350 h 137160"/>
                        <a:gd name="connsiteX5" fmla="*/ 72390 w 137160"/>
                        <a:gd name="connsiteY5" fmla="*/ 41910 h 137160"/>
                        <a:gd name="connsiteX6" fmla="*/ 102870 w 137160"/>
                        <a:gd name="connsiteY6" fmla="*/ 72390 h 137160"/>
                        <a:gd name="connsiteX7" fmla="*/ 72390 w 137160"/>
                        <a:gd name="connsiteY7" fmla="*/ 102870 h 137160"/>
                        <a:gd name="connsiteX8" fmla="*/ 41910 w 137160"/>
                        <a:gd name="connsiteY8" fmla="*/ 72390 h 137160"/>
                        <a:gd name="connsiteX9" fmla="*/ 72390 w 137160"/>
                        <a:gd name="connsiteY9" fmla="*/ 41910 h 137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37160" h="137160">
                          <a:moveTo>
                            <a:pt x="72390" y="133350"/>
                          </a:moveTo>
                          <a:cubicBezTo>
                            <a:pt x="105918" y="133350"/>
                            <a:pt x="133350" y="105918"/>
                            <a:pt x="133350" y="72390"/>
                          </a:cubicBezTo>
                          <a:cubicBezTo>
                            <a:pt x="133350" y="38862"/>
                            <a:pt x="105918" y="11430"/>
                            <a:pt x="72390" y="11430"/>
                          </a:cubicBezTo>
                          <a:cubicBezTo>
                            <a:pt x="38862" y="11430"/>
                            <a:pt x="11430" y="38862"/>
                            <a:pt x="11430" y="72390"/>
                          </a:cubicBezTo>
                          <a:cubicBezTo>
                            <a:pt x="11430" y="105918"/>
                            <a:pt x="38862" y="133350"/>
                            <a:pt x="72390" y="133350"/>
                          </a:cubicBezTo>
                          <a:close/>
                          <a:moveTo>
                            <a:pt x="72390" y="41910"/>
                          </a:moveTo>
                          <a:cubicBezTo>
                            <a:pt x="89154" y="41910"/>
                            <a:pt x="102870" y="55626"/>
                            <a:pt x="102870" y="72390"/>
                          </a:cubicBezTo>
                          <a:cubicBezTo>
                            <a:pt x="102870" y="89154"/>
                            <a:pt x="89154" y="102870"/>
                            <a:pt x="72390" y="102870"/>
                          </a:cubicBezTo>
                          <a:cubicBezTo>
                            <a:pt x="55626" y="102870"/>
                            <a:pt x="41910" y="89154"/>
                            <a:pt x="41910" y="72390"/>
                          </a:cubicBezTo>
                          <a:cubicBezTo>
                            <a:pt x="41910" y="55626"/>
                            <a:pt x="55626" y="41910"/>
                            <a:pt x="72390" y="4191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  <p:sp>
                  <p:nvSpPr>
                    <p:cNvPr id="24" name="Freeform 19">
                      <a:extLst>
                        <a:ext uri="{FF2B5EF4-FFF2-40B4-BE49-F238E27FC236}">
                          <a16:creationId xmlns:a16="http://schemas.microsoft.com/office/drawing/2014/main" id="{DCF4133D-EBB3-C7B4-41C9-00C50B98400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1090" y="3396234"/>
                      <a:ext cx="259080" cy="121920"/>
                    </a:xfrm>
                    <a:custGeom>
                      <a:avLst/>
                      <a:gdLst>
                        <a:gd name="connsiteX0" fmla="*/ 133350 w 259080"/>
                        <a:gd name="connsiteY0" fmla="*/ 11430 h 121920"/>
                        <a:gd name="connsiteX1" fmla="*/ 11430 w 259080"/>
                        <a:gd name="connsiteY1" fmla="*/ 102870 h 121920"/>
                        <a:gd name="connsiteX2" fmla="*/ 11430 w 259080"/>
                        <a:gd name="connsiteY2" fmla="*/ 118110 h 121920"/>
                        <a:gd name="connsiteX3" fmla="*/ 255270 w 259080"/>
                        <a:gd name="connsiteY3" fmla="*/ 118110 h 121920"/>
                        <a:gd name="connsiteX4" fmla="*/ 255270 w 259080"/>
                        <a:gd name="connsiteY4" fmla="*/ 102870 h 121920"/>
                        <a:gd name="connsiteX5" fmla="*/ 133350 w 259080"/>
                        <a:gd name="connsiteY5" fmla="*/ 11430 h 121920"/>
                        <a:gd name="connsiteX6" fmla="*/ 44958 w 259080"/>
                        <a:gd name="connsiteY6" fmla="*/ 87630 h 121920"/>
                        <a:gd name="connsiteX7" fmla="*/ 133350 w 259080"/>
                        <a:gd name="connsiteY7" fmla="*/ 41910 h 121920"/>
                        <a:gd name="connsiteX8" fmla="*/ 221742 w 259080"/>
                        <a:gd name="connsiteY8" fmla="*/ 87630 h 121920"/>
                        <a:gd name="connsiteX9" fmla="*/ 44958 w 259080"/>
                        <a:gd name="connsiteY9" fmla="*/ 87630 h 121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59080" h="121920">
                          <a:moveTo>
                            <a:pt x="133350" y="11430"/>
                          </a:moveTo>
                          <a:cubicBezTo>
                            <a:pt x="61722" y="11430"/>
                            <a:pt x="11430" y="49530"/>
                            <a:pt x="11430" y="102870"/>
                          </a:cubicBezTo>
                          <a:lnTo>
                            <a:pt x="11430" y="118110"/>
                          </a:lnTo>
                          <a:lnTo>
                            <a:pt x="255270" y="118110"/>
                          </a:lnTo>
                          <a:lnTo>
                            <a:pt x="255270" y="102870"/>
                          </a:lnTo>
                          <a:cubicBezTo>
                            <a:pt x="255270" y="49530"/>
                            <a:pt x="204978" y="11430"/>
                            <a:pt x="133350" y="11430"/>
                          </a:cubicBezTo>
                          <a:close/>
                          <a:moveTo>
                            <a:pt x="44958" y="87630"/>
                          </a:moveTo>
                          <a:cubicBezTo>
                            <a:pt x="54102" y="60198"/>
                            <a:pt x="87630" y="41910"/>
                            <a:pt x="133350" y="41910"/>
                          </a:cubicBezTo>
                          <a:cubicBezTo>
                            <a:pt x="179070" y="41910"/>
                            <a:pt x="212598" y="60198"/>
                            <a:pt x="221742" y="87630"/>
                          </a:cubicBezTo>
                          <a:lnTo>
                            <a:pt x="44958" y="876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</p:grpSp>
            </p:grp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E53B525-53F3-DFCF-6B62-E3D5460B0D77}"/>
                  </a:ext>
                </a:extLst>
              </p:cNvPr>
              <p:cNvGrpSpPr/>
              <p:nvPr/>
            </p:nvGrpSpPr>
            <p:grpSpPr>
              <a:xfrm>
                <a:off x="465691" y="4735821"/>
                <a:ext cx="1538243" cy="1489679"/>
                <a:chOff x="465691" y="1308175"/>
                <a:chExt cx="1932069" cy="1871072"/>
              </a:xfrm>
            </p:grpSpPr>
            <p:sp>
              <p:nvSpPr>
                <p:cNvPr id="13" name="Content Placeholder 1">
                  <a:extLst>
                    <a:ext uri="{FF2B5EF4-FFF2-40B4-BE49-F238E27FC236}">
                      <a16:creationId xmlns:a16="http://schemas.microsoft.com/office/drawing/2014/main" id="{244FD989-5C59-4A08-DE68-A4227D25279F}"/>
                    </a:ext>
                  </a:extLst>
                </p:cNvPr>
                <p:cNvSpPr txBox="1">
                  <a:spLocks/>
                </p:cNvSpPr>
                <p:nvPr/>
              </p:nvSpPr>
              <p:spPr bwMode="gray">
                <a:xfrm>
                  <a:off x="465691" y="1308175"/>
                  <a:ext cx="1932069" cy="292026"/>
                </a:xfrm>
                <a:prstGeom prst="rect">
                  <a:avLst/>
                </a:prstGeom>
              </p:spPr>
              <p:txBody>
                <a:bodyPr vert="horz" lIns="0" tIns="0" rIns="0" bIns="0" rtlCol="0" anchor="ctr">
                  <a:noAutofit/>
                </a:bodyPr>
                <a:lstStyle>
                  <a:lvl1pPr marL="228600" indent="-22860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•"/>
                    <a:defRPr sz="1800" b="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515938" indent="-230188" algn="l" defTabSz="914400" rtl="0" eaLnBrk="1" latinLnBrk="0" hangingPunct="1">
                    <a:lnSpc>
                      <a:spcPct val="8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–"/>
                    <a:defRPr sz="16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742950" indent="-227013" algn="l" defTabSz="914400" rtl="0" eaLnBrk="1" latinLnBrk="0" hangingPunct="1">
                    <a:lnSpc>
                      <a:spcPct val="8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-"/>
                    <a:defRPr sz="14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0" indent="0" algn="l" defTabSz="914400" rtl="0" eaLnBrk="1" latinLnBrk="0" hangingPunct="1">
                    <a:lnSpc>
                      <a:spcPct val="95000"/>
                    </a:lnSpc>
                    <a:spcBef>
                      <a:spcPts val="8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1800" b="0" kern="1200">
                      <a:solidFill>
                        <a:schemeClr val="tx2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0" indent="0" algn="l" defTabSz="914400" rtl="0" eaLnBrk="1" latinLnBrk="0" hangingPunct="1">
                    <a:lnSpc>
                      <a:spcPct val="95000"/>
                    </a:lnSpc>
                    <a:spcBef>
                      <a:spcPts val="1200"/>
                    </a:spcBef>
                    <a:spcAft>
                      <a:spcPts val="0"/>
                    </a:spcAft>
                    <a:buFont typeface="Arial" panose="020B0604020202020204" pitchFamily="34" charset="0"/>
                    <a:buChar char="​"/>
                    <a:defRPr sz="1800" b="1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228600" indent="-228600" algn="l" defTabSz="914400" rtl="0" eaLnBrk="1" latinLnBrk="0" hangingPunct="1">
                    <a:lnSpc>
                      <a:spcPct val="9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+mj-lt"/>
                    <a:buAutoNum type="arabicPeriod"/>
                    <a:defRPr sz="1800" b="0" kern="1200" baseline="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0" indent="0" algn="l" defTabSz="914400" rtl="0" eaLnBrk="1" latinLnBrk="0" hangingPunct="1">
                    <a:lnSpc>
                      <a:spcPct val="95000"/>
                    </a:lnSpc>
                    <a:spcBef>
                      <a:spcPts val="400"/>
                    </a:spcBef>
                    <a:spcAft>
                      <a:spcPts val="400"/>
                    </a:spcAft>
                    <a:buFont typeface="Arial" panose="020B0604020202020204" pitchFamily="34" charset="0"/>
                    <a:buChar char="​"/>
                    <a:defRPr sz="900" b="0" kern="1200">
                      <a:solidFill>
                        <a:schemeClr val="accent6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 algn="ctr">
                    <a:buFont typeface="Arial" panose="020B0604020202020204" pitchFamily="34" charset="0"/>
                    <a:buNone/>
                  </a:pPr>
                  <a:r>
                    <a:rPr lang="en-US" sz="1400" dirty="0">
                      <a:solidFill>
                        <a:srgbClr val="384851"/>
                      </a:solidFill>
                    </a:rPr>
                    <a:t>Team Member 3</a:t>
                  </a:r>
                </a:p>
              </p:txBody>
            </p:sp>
            <p:grpSp>
              <p:nvGrpSpPr>
                <p:cNvPr id="14" name="Group 13">
                  <a:extLst>
                    <a:ext uri="{FF2B5EF4-FFF2-40B4-BE49-F238E27FC236}">
                      <a16:creationId xmlns:a16="http://schemas.microsoft.com/office/drawing/2014/main" id="{D559679A-C8C2-B563-D618-E7A248AB900B}"/>
                    </a:ext>
                  </a:extLst>
                </p:cNvPr>
                <p:cNvGrpSpPr/>
                <p:nvPr/>
              </p:nvGrpSpPr>
              <p:grpSpPr>
                <a:xfrm>
                  <a:off x="700316" y="1716430"/>
                  <a:ext cx="1462817" cy="1462817"/>
                  <a:chOff x="1347186" y="3083671"/>
                  <a:chExt cx="1462817" cy="1462817"/>
                </a:xfrm>
              </p:grpSpPr>
              <p:sp>
                <p:nvSpPr>
                  <p:cNvPr id="15" name="Oval 14">
                    <a:extLst>
                      <a:ext uri="{FF2B5EF4-FFF2-40B4-BE49-F238E27FC236}">
                        <a16:creationId xmlns:a16="http://schemas.microsoft.com/office/drawing/2014/main" id="{C38C771D-C50E-6BA6-27E8-CD8F93CAD165}"/>
                      </a:ext>
                    </a:extLst>
                  </p:cNvPr>
                  <p:cNvSpPr/>
                  <p:nvPr/>
                </p:nvSpPr>
                <p:spPr>
                  <a:xfrm>
                    <a:off x="1347186" y="3083671"/>
                    <a:ext cx="1462817" cy="1462817"/>
                  </a:xfrm>
                  <a:prstGeom prst="ellipse">
                    <a:avLst/>
                  </a:prstGeom>
                  <a:noFill/>
                  <a:ln w="104775">
                    <a:solidFill>
                      <a:srgbClr val="38485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grpSp>
                <p:nvGrpSpPr>
                  <p:cNvPr id="16" name="Group 15">
                    <a:extLst>
                      <a:ext uri="{FF2B5EF4-FFF2-40B4-BE49-F238E27FC236}">
                        <a16:creationId xmlns:a16="http://schemas.microsoft.com/office/drawing/2014/main" id="{05E21E66-6B3C-5452-F131-F546823B9988}"/>
                      </a:ext>
                    </a:extLst>
                  </p:cNvPr>
                  <p:cNvGrpSpPr>
                    <a:grpSpLocks noChangeAspect="1"/>
                  </p:cNvGrpSpPr>
                  <p:nvPr/>
                </p:nvGrpSpPr>
                <p:grpSpPr>
                  <a:xfrm>
                    <a:off x="1544474" y="3206687"/>
                    <a:ext cx="1068242" cy="1068242"/>
                    <a:chOff x="4911090" y="3259074"/>
                    <a:chExt cx="259080" cy="259080"/>
                  </a:xfrm>
                  <a:solidFill>
                    <a:srgbClr val="394951"/>
                  </a:solidFill>
                </p:grpSpPr>
                <p:sp>
                  <p:nvSpPr>
                    <p:cNvPr id="17" name="Freeform 18">
                      <a:extLst>
                        <a:ext uri="{FF2B5EF4-FFF2-40B4-BE49-F238E27FC236}">
                          <a16:creationId xmlns:a16="http://schemas.microsoft.com/office/drawing/2014/main" id="{AD5AFC47-4A30-BB4F-D472-795A045AD3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72050" y="3259074"/>
                      <a:ext cx="137160" cy="137160"/>
                    </a:xfrm>
                    <a:custGeom>
                      <a:avLst/>
                      <a:gdLst>
                        <a:gd name="connsiteX0" fmla="*/ 72390 w 137160"/>
                        <a:gd name="connsiteY0" fmla="*/ 133350 h 137160"/>
                        <a:gd name="connsiteX1" fmla="*/ 133350 w 137160"/>
                        <a:gd name="connsiteY1" fmla="*/ 72390 h 137160"/>
                        <a:gd name="connsiteX2" fmla="*/ 72390 w 137160"/>
                        <a:gd name="connsiteY2" fmla="*/ 11430 h 137160"/>
                        <a:gd name="connsiteX3" fmla="*/ 11430 w 137160"/>
                        <a:gd name="connsiteY3" fmla="*/ 72390 h 137160"/>
                        <a:gd name="connsiteX4" fmla="*/ 72390 w 137160"/>
                        <a:gd name="connsiteY4" fmla="*/ 133350 h 137160"/>
                        <a:gd name="connsiteX5" fmla="*/ 72390 w 137160"/>
                        <a:gd name="connsiteY5" fmla="*/ 41910 h 137160"/>
                        <a:gd name="connsiteX6" fmla="*/ 102870 w 137160"/>
                        <a:gd name="connsiteY6" fmla="*/ 72390 h 137160"/>
                        <a:gd name="connsiteX7" fmla="*/ 72390 w 137160"/>
                        <a:gd name="connsiteY7" fmla="*/ 102870 h 137160"/>
                        <a:gd name="connsiteX8" fmla="*/ 41910 w 137160"/>
                        <a:gd name="connsiteY8" fmla="*/ 72390 h 137160"/>
                        <a:gd name="connsiteX9" fmla="*/ 72390 w 137160"/>
                        <a:gd name="connsiteY9" fmla="*/ 41910 h 13716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137160" h="137160">
                          <a:moveTo>
                            <a:pt x="72390" y="133350"/>
                          </a:moveTo>
                          <a:cubicBezTo>
                            <a:pt x="105918" y="133350"/>
                            <a:pt x="133350" y="105918"/>
                            <a:pt x="133350" y="72390"/>
                          </a:cubicBezTo>
                          <a:cubicBezTo>
                            <a:pt x="133350" y="38862"/>
                            <a:pt x="105918" y="11430"/>
                            <a:pt x="72390" y="11430"/>
                          </a:cubicBezTo>
                          <a:cubicBezTo>
                            <a:pt x="38862" y="11430"/>
                            <a:pt x="11430" y="38862"/>
                            <a:pt x="11430" y="72390"/>
                          </a:cubicBezTo>
                          <a:cubicBezTo>
                            <a:pt x="11430" y="105918"/>
                            <a:pt x="38862" y="133350"/>
                            <a:pt x="72390" y="133350"/>
                          </a:cubicBezTo>
                          <a:close/>
                          <a:moveTo>
                            <a:pt x="72390" y="41910"/>
                          </a:moveTo>
                          <a:cubicBezTo>
                            <a:pt x="89154" y="41910"/>
                            <a:pt x="102870" y="55626"/>
                            <a:pt x="102870" y="72390"/>
                          </a:cubicBezTo>
                          <a:cubicBezTo>
                            <a:pt x="102870" y="89154"/>
                            <a:pt x="89154" y="102870"/>
                            <a:pt x="72390" y="102870"/>
                          </a:cubicBezTo>
                          <a:cubicBezTo>
                            <a:pt x="55626" y="102870"/>
                            <a:pt x="41910" y="89154"/>
                            <a:pt x="41910" y="72390"/>
                          </a:cubicBezTo>
                          <a:cubicBezTo>
                            <a:pt x="41910" y="55626"/>
                            <a:pt x="55626" y="41910"/>
                            <a:pt x="72390" y="41910"/>
                          </a:cubicBez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  <p:sp>
                  <p:nvSpPr>
                    <p:cNvPr id="18" name="Freeform 19">
                      <a:extLst>
                        <a:ext uri="{FF2B5EF4-FFF2-40B4-BE49-F238E27FC236}">
                          <a16:creationId xmlns:a16="http://schemas.microsoft.com/office/drawing/2014/main" id="{8FCC5065-444B-1CA5-CE53-3ED4D4D8E36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911090" y="3396234"/>
                      <a:ext cx="259080" cy="121920"/>
                    </a:xfrm>
                    <a:custGeom>
                      <a:avLst/>
                      <a:gdLst>
                        <a:gd name="connsiteX0" fmla="*/ 133350 w 259080"/>
                        <a:gd name="connsiteY0" fmla="*/ 11430 h 121920"/>
                        <a:gd name="connsiteX1" fmla="*/ 11430 w 259080"/>
                        <a:gd name="connsiteY1" fmla="*/ 102870 h 121920"/>
                        <a:gd name="connsiteX2" fmla="*/ 11430 w 259080"/>
                        <a:gd name="connsiteY2" fmla="*/ 118110 h 121920"/>
                        <a:gd name="connsiteX3" fmla="*/ 255270 w 259080"/>
                        <a:gd name="connsiteY3" fmla="*/ 118110 h 121920"/>
                        <a:gd name="connsiteX4" fmla="*/ 255270 w 259080"/>
                        <a:gd name="connsiteY4" fmla="*/ 102870 h 121920"/>
                        <a:gd name="connsiteX5" fmla="*/ 133350 w 259080"/>
                        <a:gd name="connsiteY5" fmla="*/ 11430 h 121920"/>
                        <a:gd name="connsiteX6" fmla="*/ 44958 w 259080"/>
                        <a:gd name="connsiteY6" fmla="*/ 87630 h 121920"/>
                        <a:gd name="connsiteX7" fmla="*/ 133350 w 259080"/>
                        <a:gd name="connsiteY7" fmla="*/ 41910 h 121920"/>
                        <a:gd name="connsiteX8" fmla="*/ 221742 w 259080"/>
                        <a:gd name="connsiteY8" fmla="*/ 87630 h 121920"/>
                        <a:gd name="connsiteX9" fmla="*/ 44958 w 259080"/>
                        <a:gd name="connsiteY9" fmla="*/ 87630 h 12192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  <a:cxn ang="0">
                          <a:pos x="connsiteX3" y="connsiteY3"/>
                        </a:cxn>
                        <a:cxn ang="0">
                          <a:pos x="connsiteX4" y="connsiteY4"/>
                        </a:cxn>
                        <a:cxn ang="0">
                          <a:pos x="connsiteX5" y="connsiteY5"/>
                        </a:cxn>
                        <a:cxn ang="0">
                          <a:pos x="connsiteX6" y="connsiteY6"/>
                        </a:cxn>
                        <a:cxn ang="0">
                          <a:pos x="connsiteX7" y="connsiteY7"/>
                        </a:cxn>
                        <a:cxn ang="0">
                          <a:pos x="connsiteX8" y="connsiteY8"/>
                        </a:cxn>
                        <a:cxn ang="0">
                          <a:pos x="connsiteX9" y="connsiteY9"/>
                        </a:cxn>
                      </a:cxnLst>
                      <a:rect l="l" t="t" r="r" b="b"/>
                      <a:pathLst>
                        <a:path w="259080" h="121920">
                          <a:moveTo>
                            <a:pt x="133350" y="11430"/>
                          </a:moveTo>
                          <a:cubicBezTo>
                            <a:pt x="61722" y="11430"/>
                            <a:pt x="11430" y="49530"/>
                            <a:pt x="11430" y="102870"/>
                          </a:cubicBezTo>
                          <a:lnTo>
                            <a:pt x="11430" y="118110"/>
                          </a:lnTo>
                          <a:lnTo>
                            <a:pt x="255270" y="118110"/>
                          </a:lnTo>
                          <a:lnTo>
                            <a:pt x="255270" y="102870"/>
                          </a:lnTo>
                          <a:cubicBezTo>
                            <a:pt x="255270" y="49530"/>
                            <a:pt x="204978" y="11430"/>
                            <a:pt x="133350" y="11430"/>
                          </a:cubicBezTo>
                          <a:close/>
                          <a:moveTo>
                            <a:pt x="44958" y="87630"/>
                          </a:moveTo>
                          <a:cubicBezTo>
                            <a:pt x="54102" y="60198"/>
                            <a:pt x="87630" y="41910"/>
                            <a:pt x="133350" y="41910"/>
                          </a:cubicBezTo>
                          <a:cubicBezTo>
                            <a:pt x="179070" y="41910"/>
                            <a:pt x="212598" y="60198"/>
                            <a:pt x="221742" y="87630"/>
                          </a:cubicBezTo>
                          <a:lnTo>
                            <a:pt x="44958" y="87630"/>
                          </a:lnTo>
                          <a:close/>
                        </a:path>
                      </a:pathLst>
                    </a:custGeom>
                    <a:grpFill/>
                    <a:ln w="9525" cap="flat">
                      <a:noFill/>
                      <a:prstDash val="solid"/>
                      <a:miter/>
                    </a:ln>
                  </p:spPr>
                  <p:txBody>
                    <a:bodyPr rtlCol="0" anchor="ctr"/>
                    <a:lstStyle>
                      <a:defPPr>
                        <a:defRPr lang="en-US"/>
                      </a:defPPr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defRPr>
                      </a:lvl9pPr>
                    </a:lstStyle>
                    <a:p>
                      <a:endParaRPr lang="en-US"/>
                    </a:p>
                  </p:txBody>
                </p:sp>
              </p:grpSp>
            </p:grpSp>
          </p:grpSp>
          <p:sp>
            <p:nvSpPr>
              <p:cNvPr id="12" name="Rectangle 11">
                <a:extLst>
                  <a:ext uri="{FF2B5EF4-FFF2-40B4-BE49-F238E27FC236}">
                    <a16:creationId xmlns:a16="http://schemas.microsoft.com/office/drawing/2014/main" id="{1197E808-BE41-250A-DDC0-6389E4A453E1}"/>
                  </a:ext>
                </a:extLst>
              </p:cNvPr>
              <p:cNvSpPr/>
              <p:nvPr/>
            </p:nvSpPr>
            <p:spPr>
              <a:xfrm rot="16200000">
                <a:off x="-674637" y="5270422"/>
                <a:ext cx="1996060" cy="307777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>
                <a:spAutoFit/>
              </a:bodyPr>
              <a:lstStyle/>
              <a:p>
                <a:pPr algn="ctr"/>
                <a:r>
                  <a:rPr lang="en-US" sz="1400" b="0" i="1" cap="none" spc="0" dirty="0">
                    <a:ln w="0"/>
                    <a:solidFill>
                      <a:schemeClr val="tx1"/>
                    </a:solidFill>
                    <a:effectLst>
                      <a:outerShdw blurRad="38100" dist="19050" dir="2700000" algn="tl" rotWithShape="0">
                        <a:schemeClr val="dk1">
                          <a:alpha val="40000"/>
                        </a:schemeClr>
                      </a:outerShdw>
                    </a:effectLst>
                  </a:rPr>
                  <a:t>This section is optional</a:t>
                </a:r>
              </a:p>
            </p:txBody>
          </p:sp>
        </p:grpSp>
      </p:grpSp>
      <p:sp>
        <p:nvSpPr>
          <p:cNvPr id="31" name="Rectangle 30">
            <a:extLst>
              <a:ext uri="{FF2B5EF4-FFF2-40B4-BE49-F238E27FC236}">
                <a16:creationId xmlns:a16="http://schemas.microsoft.com/office/drawing/2014/main" id="{7447A941-5655-3499-D973-E892B2103C22}"/>
              </a:ext>
            </a:extLst>
          </p:cNvPr>
          <p:cNvSpPr/>
          <p:nvPr/>
        </p:nvSpPr>
        <p:spPr>
          <a:xfrm>
            <a:off x="3424435" y="554598"/>
            <a:ext cx="5343129" cy="5847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On-Shift Support Line: 888-xxx-xxxx (12am-9am M-F)</a:t>
            </a:r>
          </a:p>
          <a:p>
            <a:pPr algn="ctr"/>
            <a:r>
              <a:rPr lang="en-US" sz="1600" b="1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On-call Support Line: 844-xxx-xxxx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13AFC0F-0E01-91DA-3C62-837023FEF56D}"/>
              </a:ext>
            </a:extLst>
          </p:cNvPr>
          <p:cNvSpPr/>
          <p:nvPr/>
        </p:nvSpPr>
        <p:spPr>
          <a:xfrm>
            <a:off x="2419987" y="1167271"/>
            <a:ext cx="3791122" cy="42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Offshore Based Team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9142B247-D395-E219-F5F4-283F95932B7F}"/>
              </a:ext>
            </a:extLst>
          </p:cNvPr>
          <p:cNvSpPr/>
          <p:nvPr/>
        </p:nvSpPr>
        <p:spPr>
          <a:xfrm>
            <a:off x="6301427" y="1169325"/>
            <a:ext cx="5126574" cy="42297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Onsite Based Team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99146735-1840-20FC-156B-9AC53A06E1E9}"/>
              </a:ext>
            </a:extLst>
          </p:cNvPr>
          <p:cNvSpPr txBox="1"/>
          <p:nvPr/>
        </p:nvSpPr>
        <p:spPr>
          <a:xfrm>
            <a:off x="2765636" y="1698995"/>
            <a:ext cx="2397760" cy="892552"/>
          </a:xfrm>
          <a:prstGeom prst="rect">
            <a:avLst/>
          </a:prstGeom>
          <a:solidFill>
            <a:srgbClr val="FFC74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384851"/>
                </a:solidFill>
              </a:rPr>
              <a:t>SPM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Senior Practice Manager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xxxxx.xxxx@teradata.com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+91-999-999-9999</a:t>
            </a:r>
            <a:endParaRPr lang="en-US" sz="1600" dirty="0">
              <a:solidFill>
                <a:srgbClr val="38485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445BCC4-BC8A-E3E5-DCE0-8DF2317F7003}"/>
              </a:ext>
            </a:extLst>
          </p:cNvPr>
          <p:cNvSpPr txBox="1"/>
          <p:nvPr/>
        </p:nvSpPr>
        <p:spPr>
          <a:xfrm>
            <a:off x="7568684" y="1698995"/>
            <a:ext cx="2397760" cy="892552"/>
          </a:xfrm>
          <a:prstGeom prst="rect">
            <a:avLst/>
          </a:prstGeom>
          <a:solidFill>
            <a:srgbClr val="00B2B2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384851"/>
                </a:solidFill>
              </a:rPr>
              <a:t>PS Partner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Managing PS Partner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xxxxx.xxxx@teradata.com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+1-999-999-9999</a:t>
            </a:r>
            <a:endParaRPr lang="en-US" sz="1600" dirty="0">
              <a:solidFill>
                <a:srgbClr val="384851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F688CE8-5C99-85F3-AFD5-1DE363EB9420}"/>
              </a:ext>
            </a:extLst>
          </p:cNvPr>
          <p:cNvSpPr txBox="1"/>
          <p:nvPr/>
        </p:nvSpPr>
        <p:spPr>
          <a:xfrm>
            <a:off x="2765636" y="2919395"/>
            <a:ext cx="2397760" cy="892552"/>
          </a:xfrm>
          <a:prstGeom prst="rect">
            <a:avLst/>
          </a:prstGeom>
          <a:solidFill>
            <a:srgbClr val="FFC74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384851"/>
                </a:solidFill>
              </a:rPr>
              <a:t>TDM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Technical Delivery Manager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xxxxxx.xxxx@teradata.com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+91-999-999-9999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7C73BDFD-9901-A23E-7996-B1E5D6133292}"/>
              </a:ext>
            </a:extLst>
          </p:cNvPr>
          <p:cNvSpPr txBox="1"/>
          <p:nvPr/>
        </p:nvSpPr>
        <p:spPr>
          <a:xfrm>
            <a:off x="2765636" y="4111733"/>
            <a:ext cx="2397760" cy="892552"/>
          </a:xfrm>
          <a:prstGeom prst="rect">
            <a:avLst/>
          </a:prstGeom>
          <a:solidFill>
            <a:srgbClr val="FFC74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384851"/>
                </a:solidFill>
              </a:rPr>
              <a:t>TL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Team Lead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xxxxxx.xxxx@teradata.com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+91-999-999-9999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7ACB7700-C1F6-D95E-C4EA-9401E0A516CD}"/>
              </a:ext>
            </a:extLst>
          </p:cNvPr>
          <p:cNvCxnSpPr>
            <a:cxnSpLocks/>
            <a:endCxn id="37" idx="0"/>
          </p:cNvCxnSpPr>
          <p:nvPr/>
        </p:nvCxnSpPr>
        <p:spPr>
          <a:xfrm>
            <a:off x="3964516" y="2606037"/>
            <a:ext cx="0" cy="3133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7D7C2D56-D831-F9C5-D7C2-116C11EE3224}"/>
              </a:ext>
            </a:extLst>
          </p:cNvPr>
          <p:cNvCxnSpPr>
            <a:cxnSpLocks/>
            <a:stCxn id="37" idx="2"/>
            <a:endCxn id="38" idx="0"/>
          </p:cNvCxnSpPr>
          <p:nvPr/>
        </p:nvCxnSpPr>
        <p:spPr>
          <a:xfrm>
            <a:off x="3964516" y="3811947"/>
            <a:ext cx="0" cy="2997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A76A064-194F-42EE-99FF-6966928DC7EE}"/>
              </a:ext>
            </a:extLst>
          </p:cNvPr>
          <p:cNvSpPr txBox="1"/>
          <p:nvPr/>
        </p:nvSpPr>
        <p:spPr>
          <a:xfrm>
            <a:off x="7544585" y="3002856"/>
            <a:ext cx="2397760" cy="892552"/>
          </a:xfrm>
          <a:prstGeom prst="rect">
            <a:avLst/>
          </a:prstGeom>
          <a:solidFill>
            <a:srgbClr val="16A3CC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384851"/>
                </a:solidFill>
              </a:rPr>
              <a:t>Delivery Partner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MS Delivery Partner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xxxxx.xxxx@teradata.com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+1-999-999-9999</a:t>
            </a:r>
            <a:endParaRPr lang="en-US" sz="1600" dirty="0">
              <a:solidFill>
                <a:srgbClr val="384851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270C91EC-9296-EE67-6FA0-FE8D7CBD9B3F}"/>
              </a:ext>
            </a:extLst>
          </p:cNvPr>
          <p:cNvSpPr txBox="1"/>
          <p:nvPr/>
        </p:nvSpPr>
        <p:spPr>
          <a:xfrm>
            <a:off x="7544586" y="4145030"/>
            <a:ext cx="2397760" cy="892552"/>
          </a:xfrm>
          <a:prstGeom prst="rect">
            <a:avLst/>
          </a:prstGeom>
          <a:solidFill>
            <a:srgbClr val="FFC74E"/>
          </a:solidFill>
        </p:spPr>
        <p:txBody>
          <a:bodyPr wrap="square" rtlCol="0" anchor="ctr">
            <a:spAutoFit/>
          </a:bodyPr>
          <a:lstStyle/>
          <a:p>
            <a:pPr algn="ctr"/>
            <a:r>
              <a:rPr lang="en-US" sz="1600" dirty="0">
                <a:solidFill>
                  <a:srgbClr val="384851"/>
                </a:solidFill>
              </a:rPr>
              <a:t>SDM Name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Service Experience Manager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xxxxxx.xxxx@teradata.com</a:t>
            </a:r>
          </a:p>
          <a:p>
            <a:pPr algn="ctr"/>
            <a:r>
              <a:rPr lang="en-US" sz="1200" dirty="0">
                <a:solidFill>
                  <a:srgbClr val="384851"/>
                </a:solidFill>
              </a:rPr>
              <a:t>+1-999-999-9999</a:t>
            </a:r>
            <a:endParaRPr lang="en-US" sz="1600" dirty="0">
              <a:solidFill>
                <a:srgbClr val="384851"/>
              </a:solidFill>
            </a:endParaRP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F18A7B7-3CB8-6133-C263-A46C52D649BB}"/>
              </a:ext>
            </a:extLst>
          </p:cNvPr>
          <p:cNvCxnSpPr>
            <a:cxnSpLocks/>
            <a:stCxn id="41" idx="2"/>
            <a:endCxn id="42" idx="0"/>
          </p:cNvCxnSpPr>
          <p:nvPr/>
        </p:nvCxnSpPr>
        <p:spPr>
          <a:xfrm>
            <a:off x="8743465" y="3895408"/>
            <a:ext cx="1" cy="2496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64BE5B54-A37E-CEA9-1A26-6E4C44BF2A0F}"/>
              </a:ext>
            </a:extLst>
          </p:cNvPr>
          <p:cNvCxnSpPr>
            <a:cxnSpLocks/>
          </p:cNvCxnSpPr>
          <p:nvPr/>
        </p:nvCxnSpPr>
        <p:spPr>
          <a:xfrm>
            <a:off x="5207030" y="2324570"/>
            <a:ext cx="2337555" cy="112456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A0246EA7-79DE-6134-BD57-5DD8D4189E6E}"/>
              </a:ext>
            </a:extLst>
          </p:cNvPr>
          <p:cNvCxnSpPr>
            <a:cxnSpLocks/>
          </p:cNvCxnSpPr>
          <p:nvPr/>
        </p:nvCxnSpPr>
        <p:spPr>
          <a:xfrm>
            <a:off x="5207030" y="3530480"/>
            <a:ext cx="2337556" cy="1060826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F3B7DE5-3E32-E5E0-588D-314F1660529C}"/>
              </a:ext>
            </a:extLst>
          </p:cNvPr>
          <p:cNvCxnSpPr>
            <a:cxnSpLocks/>
          </p:cNvCxnSpPr>
          <p:nvPr/>
        </p:nvCxnSpPr>
        <p:spPr>
          <a:xfrm flipV="1">
            <a:off x="5207030" y="4591306"/>
            <a:ext cx="2337556" cy="131512"/>
          </a:xfrm>
          <a:prstGeom prst="line">
            <a:avLst/>
          </a:prstGeom>
          <a:ln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5B61320B-79C1-A31D-0621-49B5AB7DACA9}"/>
              </a:ext>
            </a:extLst>
          </p:cNvPr>
          <p:cNvSpPr txBox="1"/>
          <p:nvPr/>
        </p:nvSpPr>
        <p:spPr>
          <a:xfrm>
            <a:off x="2419987" y="5093091"/>
            <a:ext cx="4684503" cy="1015663"/>
          </a:xfrm>
          <a:prstGeom prst="rect">
            <a:avLst/>
          </a:prstGeom>
          <a:solidFill>
            <a:srgbClr val="FFC74E"/>
          </a:solidFill>
        </p:spPr>
        <p:txBody>
          <a:bodyPr wrap="square" rtlCol="0" anchor="t">
            <a:spAutoFit/>
          </a:bodyPr>
          <a:lstStyle/>
          <a:p>
            <a:r>
              <a:rPr lang="en-US" sz="1200" b="1" dirty="0">
                <a:solidFill>
                  <a:srgbClr val="384851"/>
                </a:solidFill>
              </a:rPr>
              <a:t>Team Members:</a:t>
            </a:r>
          </a:p>
          <a:p>
            <a:pPr marL="228600" indent="-228600">
              <a:buAutoNum type="arabicPeriod"/>
            </a:pPr>
            <a:r>
              <a:rPr lang="en-US" sz="1200" dirty="0">
                <a:solidFill>
                  <a:srgbClr val="384851"/>
                </a:solidFill>
              </a:rPr>
              <a:t>Team Member Name | xxxxxx.xxxx@teradata.com | +91 999-999-999</a:t>
            </a:r>
          </a:p>
          <a:p>
            <a:pPr marL="228600" indent="-228600">
              <a:buFontTx/>
              <a:buAutoNum type="arabicPeriod"/>
            </a:pPr>
            <a:r>
              <a:rPr lang="en-US" sz="1200" dirty="0">
                <a:solidFill>
                  <a:srgbClr val="384851"/>
                </a:solidFill>
              </a:rPr>
              <a:t>Team Member Name | xxxxxx.xxxx@teradata.com | +91 999-999-999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144D2E3E-5E4A-A37C-9FA3-14FA567B257A}"/>
              </a:ext>
            </a:extLst>
          </p:cNvPr>
          <p:cNvGrpSpPr/>
          <p:nvPr/>
        </p:nvGrpSpPr>
        <p:grpSpPr>
          <a:xfrm>
            <a:off x="7168102" y="5092814"/>
            <a:ext cx="4993288" cy="1005594"/>
            <a:chOff x="6039464" y="5154113"/>
            <a:chExt cx="4140856" cy="1145868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ADB64CF3-E172-ACEB-E9AC-80895711FA5F}"/>
                </a:ext>
              </a:extLst>
            </p:cNvPr>
            <p:cNvSpPr/>
            <p:nvPr/>
          </p:nvSpPr>
          <p:spPr>
            <a:xfrm>
              <a:off x="6039464" y="5154113"/>
              <a:ext cx="4140856" cy="29430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/>
                <a:t>Other Team Escalations</a:t>
              </a:r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D5D0BAFB-2AC9-11FC-A2DB-4FAE6D619A05}"/>
                </a:ext>
              </a:extLst>
            </p:cNvPr>
            <p:cNvSpPr/>
            <p:nvPr/>
          </p:nvSpPr>
          <p:spPr>
            <a:xfrm>
              <a:off x="6039464" y="5448418"/>
              <a:ext cx="4140856" cy="851563"/>
            </a:xfrm>
            <a:prstGeom prst="rect">
              <a:avLst/>
            </a:prstGeom>
            <a:solidFill>
              <a:srgbClr val="FFC74E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US" sz="1400" dirty="0">
                  <a:solidFill>
                    <a:srgbClr val="384851"/>
                  </a:solidFill>
                </a:rPr>
                <a:t>Teradata Account Team</a:t>
              </a:r>
            </a:p>
            <a:p>
              <a:r>
                <a:rPr lang="en-US" sz="1050" dirty="0">
                  <a:solidFill>
                    <a:srgbClr val="384851"/>
                  </a:solidFill>
                </a:rPr>
                <a:t>Member Name 1, Designation   xxxxxx.xxxx@teradata.com   999-999-9999</a:t>
              </a:r>
            </a:p>
            <a:p>
              <a:r>
                <a:rPr lang="en-US" sz="1050" dirty="0">
                  <a:solidFill>
                    <a:srgbClr val="384851"/>
                  </a:solidFill>
                </a:rPr>
                <a:t>Member Name 2, Designation   xxxxxx.xxxx@teradata.com   999-999-9999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19119525"/>
      </p:ext>
    </p:extLst>
  </p:cSld>
  <p:clrMapOvr>
    <a:masterClrMapping/>
  </p:clrMapOvr>
</p:sld>
</file>

<file path=ppt/theme/theme1.xml><?xml version="1.0" encoding="utf-8"?>
<a:theme xmlns:a="http://schemas.openxmlformats.org/drawingml/2006/main" name="Teradata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t"/>
      <a:lstStyle>
        <a:defPPr algn="l">
          <a:spcAft>
            <a:spcPts val="800"/>
          </a:spcAft>
          <a:defRPr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algn="l">
          <a:spcAft>
            <a:spcPts val="800"/>
          </a:spcAft>
          <a:defRPr/>
        </a:defPPr>
      </a:lstStyle>
    </a:txDef>
  </a:objectDefaults>
  <a:extraClrSchemeLst/>
  <a:custClrLst>
    <a:custClr name="383838">
      <a:srgbClr val="383838"/>
    </a:custClr>
    <a:custClr name="565656">
      <a:srgbClr val="565656"/>
    </a:custClr>
    <a:custClr name="6c6c6c">
      <a:srgbClr val="6C6C6C"/>
    </a:custClr>
    <a:custClr name="888888">
      <a:srgbClr val="888888"/>
    </a:custClr>
    <a:custClr name="a6a6a6">
      <a:srgbClr val="A6A6A6"/>
    </a:custClr>
    <a:custClr name="c4c4c4">
      <a:srgbClr val="C4C4C4"/>
    </a:custClr>
    <a:custClr name="e1e1e1">
      <a:srgbClr val="E1E1E1"/>
    </a:custClr>
    <a:custClr name="f3f3f3">
      <a:srgbClr val="F3F3F3"/>
    </a:custClr>
  </a:custClrLst>
  <a:extLst>
    <a:ext uri="{05A4C25C-085E-4340-85A3-A5531E510DB2}">
      <thm15:themeFamily xmlns:thm15="http://schemas.microsoft.com/office/thememl/2012/main" name="ter_ppt_template_230801.potx" id="{68641B98-514F-1D41-8D6D-B3CE0A1E7DF3}" vid="{E11A36CB-027A-6941-85E2-1427F5390006}"/>
    </a:ext>
  </a:extLst>
</a:theme>
</file>

<file path=ppt/theme/theme2.xml><?xml version="1.0" encoding="utf-8"?>
<a:theme xmlns:a="http://schemas.openxmlformats.org/drawingml/2006/main" name="Office Theme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Teradata">
      <a:dk1>
        <a:srgbClr val="00233C"/>
      </a:dk1>
      <a:lt1>
        <a:srgbClr val="FFFFFF"/>
      </a:lt1>
      <a:dk2>
        <a:srgbClr val="FF5F02"/>
      </a:dk2>
      <a:lt2>
        <a:srgbClr val="CCD3D8"/>
      </a:lt2>
      <a:accent1>
        <a:srgbClr val="3053F3"/>
      </a:accent1>
      <a:accent2>
        <a:srgbClr val="667B8A"/>
      </a:accent2>
      <a:accent3>
        <a:srgbClr val="C3B7F1"/>
      </a:accent3>
      <a:accent4>
        <a:srgbClr val="99A7B1"/>
      </a:accent4>
      <a:accent5>
        <a:srgbClr val="04CE7E"/>
      </a:accent5>
      <a:accent6>
        <a:srgbClr val="334F63"/>
      </a:accent6>
      <a:hlink>
        <a:srgbClr val="00233C"/>
      </a:hlink>
      <a:folHlink>
        <a:srgbClr val="00233C"/>
      </a:folHlink>
    </a:clrScheme>
    <a:fontScheme name="Teradata revised">
      <a:majorFont>
        <a:latin typeface="Inter Light"/>
        <a:ea typeface=""/>
        <a:cs typeface=""/>
      </a:majorFont>
      <a:minorFont>
        <a:latin typeface="Inter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Teradata</Template>
  <TotalTime>2127</TotalTime>
  <Words>1880</Words>
  <Application>Microsoft Office PowerPoint</Application>
  <PresentationFormat>Widescreen</PresentationFormat>
  <Paragraphs>357</Paragraphs>
  <Slides>25</Slides>
  <Notes>4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3" baseType="lpstr">
      <vt:lpstr>Inter Light</vt:lpstr>
      <vt:lpstr>Inter SemiBold</vt:lpstr>
      <vt:lpstr>Arial</vt:lpstr>
      <vt:lpstr>System Font Regular</vt:lpstr>
      <vt:lpstr>Calibri</vt:lpstr>
      <vt:lpstr>Inter</vt:lpstr>
      <vt:lpstr>Teradata</vt:lpstr>
      <vt:lpstr>Worksheet</vt:lpstr>
      <vt:lpstr>Monthly Service Report</vt:lpstr>
      <vt:lpstr>Monthly Deck Expectations</vt:lpstr>
      <vt:lpstr>Suggested Recommendations</vt:lpstr>
      <vt:lpstr>Suggested Recommendations – ’cntd..</vt:lpstr>
      <vt:lpstr>Monthly Deck Formatting Recommendations</vt:lpstr>
      <vt:lpstr>Agenda</vt:lpstr>
      <vt:lpstr>Executive Summary</vt:lpstr>
      <vt:lpstr>Follow-up from Previous Meeting</vt:lpstr>
      <vt:lpstr>Database Utilization Metrics</vt:lpstr>
      <vt:lpstr>Value-adds Delivered in Last 6 Months</vt:lpstr>
      <vt:lpstr>On-going 6 Months High-Impact Improvement Plan</vt:lpstr>
      <vt:lpstr>Service Metrics</vt:lpstr>
      <vt:lpstr>Details</vt:lpstr>
      <vt:lpstr>System Performance </vt:lpstr>
      <vt:lpstr>System Configuration Summary</vt:lpstr>
      <vt:lpstr>Baseline and Growth Trends</vt:lpstr>
      <vt:lpstr>Backup and Recovery</vt:lpstr>
      <vt:lpstr>Monthly Value Additions </vt:lpstr>
      <vt:lpstr>Query#1 Insert Batch Query Optimized in ABCEDW1</vt:lpstr>
      <vt:lpstr>Query#1 Insert Batch Query Optimized in ABCEDW1 – ’cntd..</vt:lpstr>
      <vt:lpstr>Resource Saving Summary</vt:lpstr>
      <vt:lpstr>PowerPoint Presentation</vt:lpstr>
      <vt:lpstr>Existing Managed Services Support</vt:lpstr>
      <vt:lpstr>PowerPoint Presentation</vt:lpstr>
      <vt:lpstr>Managed Services Administrative &amp; Operational Hierarchy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begin: Inter typeface test</dc:title>
  <dc:subject/>
  <dc:creator>Tonnu, Chanel</dc:creator>
  <cp:keywords/>
  <dc:description/>
  <cp:lastModifiedBy>Gupta, Vinod</cp:lastModifiedBy>
  <cp:revision>23</cp:revision>
  <dcterms:created xsi:type="dcterms:W3CDTF">2023-09-29T21:44:38Z</dcterms:created>
  <dcterms:modified xsi:type="dcterms:W3CDTF">2024-07-24T06:50:16Z</dcterms:modified>
  <cp:category/>
</cp:coreProperties>
</file>